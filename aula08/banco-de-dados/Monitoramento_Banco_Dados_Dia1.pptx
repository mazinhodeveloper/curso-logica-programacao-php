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diagrams/data3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diagrams/data2.xml" ContentType="application/vnd.openxmlformats-officedocument.drawingml.diagramData+xml"/>
  <Override PartName="/ppt/diagrams/data4.xml" ContentType="application/vnd.openxmlformats-officedocument.drawingml.diagramData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colors1.xml" ContentType="application/vnd.openxmlformats-officedocument.drawingml.diagramColors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2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4DFE39-14FE-48CA-9CBD-7A83FCCF8B5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164D64-9D6B-49F0-A41F-42C2916F1CC9}">
      <dgm:prSet/>
      <dgm:spPr/>
      <dgm:t>
        <a:bodyPr/>
        <a:lstStyle/>
        <a:p>
          <a:r>
            <a:rPr lang="en-US"/>
            <a:t>• Observação contínua da performance</a:t>
          </a:r>
        </a:p>
      </dgm:t>
    </dgm:pt>
    <dgm:pt modelId="{FB1DE0D6-E9B7-4DCD-97F6-72E82559F476}" type="parTrans" cxnId="{CF0D38CC-DE22-4B14-8601-3EFD36342D90}">
      <dgm:prSet/>
      <dgm:spPr/>
      <dgm:t>
        <a:bodyPr/>
        <a:lstStyle/>
        <a:p>
          <a:endParaRPr lang="en-US"/>
        </a:p>
      </dgm:t>
    </dgm:pt>
    <dgm:pt modelId="{29029AC0-F7CD-4E96-B77D-E09ECCE919EC}" type="sibTrans" cxnId="{CF0D38CC-DE22-4B14-8601-3EFD36342D90}">
      <dgm:prSet/>
      <dgm:spPr/>
      <dgm:t>
        <a:bodyPr/>
        <a:lstStyle/>
        <a:p>
          <a:endParaRPr lang="en-US"/>
        </a:p>
      </dgm:t>
    </dgm:pt>
    <dgm:pt modelId="{CE255496-929F-4E8F-8CAC-6A78F7147785}">
      <dgm:prSet/>
      <dgm:spPr/>
      <dgm:t>
        <a:bodyPr/>
        <a:lstStyle/>
        <a:p>
          <a:r>
            <a:rPr lang="en-US"/>
            <a:t>• Coleta de métricas e análise</a:t>
          </a:r>
        </a:p>
      </dgm:t>
    </dgm:pt>
    <dgm:pt modelId="{84BCD0C4-1768-43E2-AC5F-B4A921BE03CA}" type="parTrans" cxnId="{7C3566A4-A6AB-4A79-A93F-4B1463430CF5}">
      <dgm:prSet/>
      <dgm:spPr/>
      <dgm:t>
        <a:bodyPr/>
        <a:lstStyle/>
        <a:p>
          <a:endParaRPr lang="en-US"/>
        </a:p>
      </dgm:t>
    </dgm:pt>
    <dgm:pt modelId="{F4FF95C3-B0B9-4CA7-8554-42C7DCB2F054}" type="sibTrans" cxnId="{7C3566A4-A6AB-4A79-A93F-4B1463430CF5}">
      <dgm:prSet/>
      <dgm:spPr/>
      <dgm:t>
        <a:bodyPr/>
        <a:lstStyle/>
        <a:p>
          <a:endParaRPr lang="en-US"/>
        </a:p>
      </dgm:t>
    </dgm:pt>
    <dgm:pt modelId="{411C7489-AE0B-4927-ACF3-7156A98AF08F}">
      <dgm:prSet/>
      <dgm:spPr/>
      <dgm:t>
        <a:bodyPr/>
        <a:lstStyle/>
        <a:p>
          <a:r>
            <a:rPr lang="en-US"/>
            <a:t>• Garantia de disponibilidade e eficiência</a:t>
          </a:r>
        </a:p>
      </dgm:t>
    </dgm:pt>
    <dgm:pt modelId="{ACDAEB6B-F109-479B-82B9-77FB5D1CEBB5}" type="parTrans" cxnId="{C77DD891-22C7-4D44-970A-695F63A3FC8E}">
      <dgm:prSet/>
      <dgm:spPr/>
      <dgm:t>
        <a:bodyPr/>
        <a:lstStyle/>
        <a:p>
          <a:endParaRPr lang="en-US"/>
        </a:p>
      </dgm:t>
    </dgm:pt>
    <dgm:pt modelId="{2F8C7288-85E3-4E39-BBBD-E3E67160762D}" type="sibTrans" cxnId="{C77DD891-22C7-4D44-970A-695F63A3FC8E}">
      <dgm:prSet/>
      <dgm:spPr/>
      <dgm:t>
        <a:bodyPr/>
        <a:lstStyle/>
        <a:p>
          <a:endParaRPr lang="en-US"/>
        </a:p>
      </dgm:t>
    </dgm:pt>
    <dgm:pt modelId="{B3D0C627-120B-4FCB-9603-951291E177D2}" type="pres">
      <dgm:prSet presAssocID="{764DFE39-14FE-48CA-9CBD-7A83FCCF8B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2F74F73-3125-4CDA-8433-C588B451B6BF}" type="pres">
      <dgm:prSet presAssocID="{BF164D64-9D6B-49F0-A41F-42C2916F1CC9}" presName="hierRoot1" presStyleCnt="0"/>
      <dgm:spPr/>
    </dgm:pt>
    <dgm:pt modelId="{13BE80B2-86B6-4DFA-9548-F548EE978F2E}" type="pres">
      <dgm:prSet presAssocID="{BF164D64-9D6B-49F0-A41F-42C2916F1CC9}" presName="composite" presStyleCnt="0"/>
      <dgm:spPr/>
    </dgm:pt>
    <dgm:pt modelId="{3A7769AE-850C-4509-BAE3-A8F091EED87F}" type="pres">
      <dgm:prSet presAssocID="{BF164D64-9D6B-49F0-A41F-42C2916F1CC9}" presName="background" presStyleLbl="node0" presStyleIdx="0" presStyleCnt="3"/>
      <dgm:spPr/>
    </dgm:pt>
    <dgm:pt modelId="{ED49F1AC-5FF4-43FE-BD65-2A2A3DEC4C96}" type="pres">
      <dgm:prSet presAssocID="{BF164D64-9D6B-49F0-A41F-42C2916F1CC9}" presName="text" presStyleLbl="fgAcc0" presStyleIdx="0" presStyleCnt="3">
        <dgm:presLayoutVars>
          <dgm:chPref val="3"/>
        </dgm:presLayoutVars>
      </dgm:prSet>
      <dgm:spPr/>
    </dgm:pt>
    <dgm:pt modelId="{B7278314-CE4E-47EC-AB67-C89B72585F27}" type="pres">
      <dgm:prSet presAssocID="{BF164D64-9D6B-49F0-A41F-42C2916F1CC9}" presName="hierChild2" presStyleCnt="0"/>
      <dgm:spPr/>
    </dgm:pt>
    <dgm:pt modelId="{F3C5444F-84B7-486C-A62E-A029DEE163C1}" type="pres">
      <dgm:prSet presAssocID="{CE255496-929F-4E8F-8CAC-6A78F7147785}" presName="hierRoot1" presStyleCnt="0"/>
      <dgm:spPr/>
    </dgm:pt>
    <dgm:pt modelId="{47591C4F-6672-4B9D-B2D7-CC861930934E}" type="pres">
      <dgm:prSet presAssocID="{CE255496-929F-4E8F-8CAC-6A78F7147785}" presName="composite" presStyleCnt="0"/>
      <dgm:spPr/>
    </dgm:pt>
    <dgm:pt modelId="{FBEF5BB4-8908-432C-9BD9-43603E5F5DD6}" type="pres">
      <dgm:prSet presAssocID="{CE255496-929F-4E8F-8CAC-6A78F7147785}" presName="background" presStyleLbl="node0" presStyleIdx="1" presStyleCnt="3"/>
      <dgm:spPr/>
    </dgm:pt>
    <dgm:pt modelId="{7BA685B9-5FA9-47E7-B2D4-1F8C64C23500}" type="pres">
      <dgm:prSet presAssocID="{CE255496-929F-4E8F-8CAC-6A78F7147785}" presName="text" presStyleLbl="fgAcc0" presStyleIdx="1" presStyleCnt="3">
        <dgm:presLayoutVars>
          <dgm:chPref val="3"/>
        </dgm:presLayoutVars>
      </dgm:prSet>
      <dgm:spPr/>
    </dgm:pt>
    <dgm:pt modelId="{D7865D92-DD9E-4F8B-BC11-CF73FF5FB90C}" type="pres">
      <dgm:prSet presAssocID="{CE255496-929F-4E8F-8CAC-6A78F7147785}" presName="hierChild2" presStyleCnt="0"/>
      <dgm:spPr/>
    </dgm:pt>
    <dgm:pt modelId="{E549FB49-9D56-441E-B2AC-F3D1689BB0C8}" type="pres">
      <dgm:prSet presAssocID="{411C7489-AE0B-4927-ACF3-7156A98AF08F}" presName="hierRoot1" presStyleCnt="0"/>
      <dgm:spPr/>
    </dgm:pt>
    <dgm:pt modelId="{5007AD6B-3F4E-454C-A7C9-1BBFFA8A8FB8}" type="pres">
      <dgm:prSet presAssocID="{411C7489-AE0B-4927-ACF3-7156A98AF08F}" presName="composite" presStyleCnt="0"/>
      <dgm:spPr/>
    </dgm:pt>
    <dgm:pt modelId="{370D9FC1-42D6-45C0-948A-959AE655A1F6}" type="pres">
      <dgm:prSet presAssocID="{411C7489-AE0B-4927-ACF3-7156A98AF08F}" presName="background" presStyleLbl="node0" presStyleIdx="2" presStyleCnt="3"/>
      <dgm:spPr/>
    </dgm:pt>
    <dgm:pt modelId="{BD70347B-55A9-4414-BD82-634EACFBBF4B}" type="pres">
      <dgm:prSet presAssocID="{411C7489-AE0B-4927-ACF3-7156A98AF08F}" presName="text" presStyleLbl="fgAcc0" presStyleIdx="2" presStyleCnt="3">
        <dgm:presLayoutVars>
          <dgm:chPref val="3"/>
        </dgm:presLayoutVars>
      </dgm:prSet>
      <dgm:spPr/>
    </dgm:pt>
    <dgm:pt modelId="{24191B2B-038A-47D0-9E49-D68C3D5F9A60}" type="pres">
      <dgm:prSet presAssocID="{411C7489-AE0B-4927-ACF3-7156A98AF08F}" presName="hierChild2" presStyleCnt="0"/>
      <dgm:spPr/>
    </dgm:pt>
  </dgm:ptLst>
  <dgm:cxnLst>
    <dgm:cxn modelId="{CFE81312-5D80-4BDA-9A89-A863F11F4965}" type="presOf" srcId="{411C7489-AE0B-4927-ACF3-7156A98AF08F}" destId="{BD70347B-55A9-4414-BD82-634EACFBBF4B}" srcOrd="0" destOrd="0" presId="urn:microsoft.com/office/officeart/2005/8/layout/hierarchy1"/>
    <dgm:cxn modelId="{C77DD891-22C7-4D44-970A-695F63A3FC8E}" srcId="{764DFE39-14FE-48CA-9CBD-7A83FCCF8B56}" destId="{411C7489-AE0B-4927-ACF3-7156A98AF08F}" srcOrd="2" destOrd="0" parTransId="{ACDAEB6B-F109-479B-82B9-77FB5D1CEBB5}" sibTransId="{2F8C7288-85E3-4E39-BBBD-E3E67160762D}"/>
    <dgm:cxn modelId="{7C3566A4-A6AB-4A79-A93F-4B1463430CF5}" srcId="{764DFE39-14FE-48CA-9CBD-7A83FCCF8B56}" destId="{CE255496-929F-4E8F-8CAC-6A78F7147785}" srcOrd="1" destOrd="0" parTransId="{84BCD0C4-1768-43E2-AC5F-B4A921BE03CA}" sibTransId="{F4FF95C3-B0B9-4CA7-8554-42C7DCB2F054}"/>
    <dgm:cxn modelId="{9C6C6CAB-ACA5-4FB2-95C6-E671A3F27C05}" type="presOf" srcId="{BF164D64-9D6B-49F0-A41F-42C2916F1CC9}" destId="{ED49F1AC-5FF4-43FE-BD65-2A2A3DEC4C96}" srcOrd="0" destOrd="0" presId="urn:microsoft.com/office/officeart/2005/8/layout/hierarchy1"/>
    <dgm:cxn modelId="{FDF1BCB6-40A4-48CA-986B-73277FBF1308}" type="presOf" srcId="{764DFE39-14FE-48CA-9CBD-7A83FCCF8B56}" destId="{B3D0C627-120B-4FCB-9603-951291E177D2}" srcOrd="0" destOrd="0" presId="urn:microsoft.com/office/officeart/2005/8/layout/hierarchy1"/>
    <dgm:cxn modelId="{CF0D38CC-DE22-4B14-8601-3EFD36342D90}" srcId="{764DFE39-14FE-48CA-9CBD-7A83FCCF8B56}" destId="{BF164D64-9D6B-49F0-A41F-42C2916F1CC9}" srcOrd="0" destOrd="0" parTransId="{FB1DE0D6-E9B7-4DCD-97F6-72E82559F476}" sibTransId="{29029AC0-F7CD-4E96-B77D-E09ECCE919EC}"/>
    <dgm:cxn modelId="{26F59DCE-E99C-4CC7-AF9A-497DD4C591B8}" type="presOf" srcId="{CE255496-929F-4E8F-8CAC-6A78F7147785}" destId="{7BA685B9-5FA9-47E7-B2D4-1F8C64C23500}" srcOrd="0" destOrd="0" presId="urn:microsoft.com/office/officeart/2005/8/layout/hierarchy1"/>
    <dgm:cxn modelId="{8569CC10-F91C-493E-A9A6-610C79DFB243}" type="presParOf" srcId="{B3D0C627-120B-4FCB-9603-951291E177D2}" destId="{62F74F73-3125-4CDA-8433-C588B451B6BF}" srcOrd="0" destOrd="0" presId="urn:microsoft.com/office/officeart/2005/8/layout/hierarchy1"/>
    <dgm:cxn modelId="{4B2218B0-BE65-4CBB-989F-138746C933A8}" type="presParOf" srcId="{62F74F73-3125-4CDA-8433-C588B451B6BF}" destId="{13BE80B2-86B6-4DFA-9548-F548EE978F2E}" srcOrd="0" destOrd="0" presId="urn:microsoft.com/office/officeart/2005/8/layout/hierarchy1"/>
    <dgm:cxn modelId="{F8F99CBA-8AB2-454B-A973-138C96E1385F}" type="presParOf" srcId="{13BE80B2-86B6-4DFA-9548-F548EE978F2E}" destId="{3A7769AE-850C-4509-BAE3-A8F091EED87F}" srcOrd="0" destOrd="0" presId="urn:microsoft.com/office/officeart/2005/8/layout/hierarchy1"/>
    <dgm:cxn modelId="{D228AC9A-73AB-4F8D-A379-BFDA6F7D2078}" type="presParOf" srcId="{13BE80B2-86B6-4DFA-9548-F548EE978F2E}" destId="{ED49F1AC-5FF4-43FE-BD65-2A2A3DEC4C96}" srcOrd="1" destOrd="0" presId="urn:microsoft.com/office/officeart/2005/8/layout/hierarchy1"/>
    <dgm:cxn modelId="{8DA67A2B-EC0D-4E12-A3D8-22BF2AC5EB66}" type="presParOf" srcId="{62F74F73-3125-4CDA-8433-C588B451B6BF}" destId="{B7278314-CE4E-47EC-AB67-C89B72585F27}" srcOrd="1" destOrd="0" presId="urn:microsoft.com/office/officeart/2005/8/layout/hierarchy1"/>
    <dgm:cxn modelId="{96499AE4-EF93-4AED-9414-6FF68BB6818D}" type="presParOf" srcId="{B3D0C627-120B-4FCB-9603-951291E177D2}" destId="{F3C5444F-84B7-486C-A62E-A029DEE163C1}" srcOrd="1" destOrd="0" presId="urn:microsoft.com/office/officeart/2005/8/layout/hierarchy1"/>
    <dgm:cxn modelId="{16C68B0A-C510-4243-AC99-1E7161878FF7}" type="presParOf" srcId="{F3C5444F-84B7-486C-A62E-A029DEE163C1}" destId="{47591C4F-6672-4B9D-B2D7-CC861930934E}" srcOrd="0" destOrd="0" presId="urn:microsoft.com/office/officeart/2005/8/layout/hierarchy1"/>
    <dgm:cxn modelId="{DD2E1D4D-7600-4ED4-8A26-2E6377940337}" type="presParOf" srcId="{47591C4F-6672-4B9D-B2D7-CC861930934E}" destId="{FBEF5BB4-8908-432C-9BD9-43603E5F5DD6}" srcOrd="0" destOrd="0" presId="urn:microsoft.com/office/officeart/2005/8/layout/hierarchy1"/>
    <dgm:cxn modelId="{539926D8-BBAF-479D-A461-7AD9D36BD01B}" type="presParOf" srcId="{47591C4F-6672-4B9D-B2D7-CC861930934E}" destId="{7BA685B9-5FA9-47E7-B2D4-1F8C64C23500}" srcOrd="1" destOrd="0" presId="urn:microsoft.com/office/officeart/2005/8/layout/hierarchy1"/>
    <dgm:cxn modelId="{B8140ABF-9F67-49A1-B50D-C0607C172055}" type="presParOf" srcId="{F3C5444F-84B7-486C-A62E-A029DEE163C1}" destId="{D7865D92-DD9E-4F8B-BC11-CF73FF5FB90C}" srcOrd="1" destOrd="0" presId="urn:microsoft.com/office/officeart/2005/8/layout/hierarchy1"/>
    <dgm:cxn modelId="{37EA0139-AE0D-4EDC-A604-F5BA0D051F0F}" type="presParOf" srcId="{B3D0C627-120B-4FCB-9603-951291E177D2}" destId="{E549FB49-9D56-441E-B2AC-F3D1689BB0C8}" srcOrd="2" destOrd="0" presId="urn:microsoft.com/office/officeart/2005/8/layout/hierarchy1"/>
    <dgm:cxn modelId="{0579F2D0-6F78-4B6B-B65B-C38441D42F26}" type="presParOf" srcId="{E549FB49-9D56-441E-B2AC-F3D1689BB0C8}" destId="{5007AD6B-3F4E-454C-A7C9-1BBFFA8A8FB8}" srcOrd="0" destOrd="0" presId="urn:microsoft.com/office/officeart/2005/8/layout/hierarchy1"/>
    <dgm:cxn modelId="{EB98B77B-69A1-4DFE-95BA-64A78FA5E317}" type="presParOf" srcId="{5007AD6B-3F4E-454C-A7C9-1BBFFA8A8FB8}" destId="{370D9FC1-42D6-45C0-948A-959AE655A1F6}" srcOrd="0" destOrd="0" presId="urn:microsoft.com/office/officeart/2005/8/layout/hierarchy1"/>
    <dgm:cxn modelId="{B42FAF36-B5C5-4078-9413-6426369D00EC}" type="presParOf" srcId="{5007AD6B-3F4E-454C-A7C9-1BBFFA8A8FB8}" destId="{BD70347B-55A9-4414-BD82-634EACFBBF4B}" srcOrd="1" destOrd="0" presId="urn:microsoft.com/office/officeart/2005/8/layout/hierarchy1"/>
    <dgm:cxn modelId="{CD4B019C-469E-43FB-BF97-70C90426F072}" type="presParOf" srcId="{E549FB49-9D56-441E-B2AC-F3D1689BB0C8}" destId="{24191B2B-038A-47D0-9E49-D68C3D5F9A6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B3E8FD-C19D-4315-A730-3C3E8BE0CAA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3BCE65F-F8D1-4876-8242-66D58A0A86CE}">
      <dgm:prSet/>
      <dgm:spPr/>
      <dgm:t>
        <a:bodyPr/>
        <a:lstStyle/>
        <a:p>
          <a:r>
            <a:rPr lang="en-US"/>
            <a:t>• Prevenir indisponibilidade</a:t>
          </a:r>
        </a:p>
      </dgm:t>
    </dgm:pt>
    <dgm:pt modelId="{FF9A9348-B6E7-410C-B754-C20546111DEF}" type="parTrans" cxnId="{F0A7F1E6-9E12-498B-A3ED-2BC98A6F0550}">
      <dgm:prSet/>
      <dgm:spPr/>
      <dgm:t>
        <a:bodyPr/>
        <a:lstStyle/>
        <a:p>
          <a:endParaRPr lang="en-US"/>
        </a:p>
      </dgm:t>
    </dgm:pt>
    <dgm:pt modelId="{FD2F6806-CF8E-44D3-A549-0C91BD39F039}" type="sibTrans" cxnId="{F0A7F1E6-9E12-498B-A3ED-2BC98A6F0550}">
      <dgm:prSet/>
      <dgm:spPr/>
      <dgm:t>
        <a:bodyPr/>
        <a:lstStyle/>
        <a:p>
          <a:endParaRPr lang="en-US"/>
        </a:p>
      </dgm:t>
    </dgm:pt>
    <dgm:pt modelId="{9581CC7C-205E-4B2C-92CC-498B85FC46FA}">
      <dgm:prSet/>
      <dgm:spPr/>
      <dgm:t>
        <a:bodyPr/>
        <a:lstStyle/>
        <a:p>
          <a:r>
            <a:rPr lang="en-US"/>
            <a:t>• Otimizar recursos</a:t>
          </a:r>
        </a:p>
      </dgm:t>
    </dgm:pt>
    <dgm:pt modelId="{F78AAE8F-5BBA-4AC8-8B59-B49069242AA9}" type="parTrans" cxnId="{0D59EB96-6B56-4EE4-86AF-C328CDCA175D}">
      <dgm:prSet/>
      <dgm:spPr/>
      <dgm:t>
        <a:bodyPr/>
        <a:lstStyle/>
        <a:p>
          <a:endParaRPr lang="en-US"/>
        </a:p>
      </dgm:t>
    </dgm:pt>
    <dgm:pt modelId="{6AD02AEE-BFA7-460E-955B-85B827BEF469}" type="sibTrans" cxnId="{0D59EB96-6B56-4EE4-86AF-C328CDCA175D}">
      <dgm:prSet/>
      <dgm:spPr/>
      <dgm:t>
        <a:bodyPr/>
        <a:lstStyle/>
        <a:p>
          <a:endParaRPr lang="en-US"/>
        </a:p>
      </dgm:t>
    </dgm:pt>
    <dgm:pt modelId="{831B0032-9688-483A-BA3F-F66EBDFB40B4}">
      <dgm:prSet/>
      <dgm:spPr/>
      <dgm:t>
        <a:bodyPr/>
        <a:lstStyle/>
        <a:p>
          <a:r>
            <a:rPr lang="en-US"/>
            <a:t>• Identificar gargalos</a:t>
          </a:r>
        </a:p>
      </dgm:t>
    </dgm:pt>
    <dgm:pt modelId="{E4A30846-2E9C-4256-A8E5-1D1E7B935D20}" type="parTrans" cxnId="{7606D2E6-6BDD-40C4-9B25-08D3BBA2EC64}">
      <dgm:prSet/>
      <dgm:spPr/>
      <dgm:t>
        <a:bodyPr/>
        <a:lstStyle/>
        <a:p>
          <a:endParaRPr lang="en-US"/>
        </a:p>
      </dgm:t>
    </dgm:pt>
    <dgm:pt modelId="{BF20A7C1-D668-4B3E-8D25-8CA2B9332D1F}" type="sibTrans" cxnId="{7606D2E6-6BDD-40C4-9B25-08D3BBA2EC64}">
      <dgm:prSet/>
      <dgm:spPr/>
      <dgm:t>
        <a:bodyPr/>
        <a:lstStyle/>
        <a:p>
          <a:endParaRPr lang="en-US"/>
        </a:p>
      </dgm:t>
    </dgm:pt>
    <dgm:pt modelId="{D1B9C1E5-4E69-4068-9A0F-06076D109266}">
      <dgm:prSet/>
      <dgm:spPr/>
      <dgm:t>
        <a:bodyPr/>
        <a:lstStyle/>
        <a:p>
          <a:r>
            <a:rPr lang="en-US"/>
            <a:t>• Cumprir SLAs</a:t>
          </a:r>
        </a:p>
      </dgm:t>
    </dgm:pt>
    <dgm:pt modelId="{79AEECEB-4E0B-4690-B9C8-E9E55A536EFA}" type="parTrans" cxnId="{44CC3C42-EC99-4AF0-B345-D7F1EBD993E8}">
      <dgm:prSet/>
      <dgm:spPr/>
      <dgm:t>
        <a:bodyPr/>
        <a:lstStyle/>
        <a:p>
          <a:endParaRPr lang="en-US"/>
        </a:p>
      </dgm:t>
    </dgm:pt>
    <dgm:pt modelId="{1E25A828-FF9D-4A79-95DB-F9320F67E040}" type="sibTrans" cxnId="{44CC3C42-EC99-4AF0-B345-D7F1EBD993E8}">
      <dgm:prSet/>
      <dgm:spPr/>
      <dgm:t>
        <a:bodyPr/>
        <a:lstStyle/>
        <a:p>
          <a:endParaRPr lang="en-US"/>
        </a:p>
      </dgm:t>
    </dgm:pt>
    <dgm:pt modelId="{2749CB46-9125-4657-B833-C036BA30DBDB}" type="pres">
      <dgm:prSet presAssocID="{9FB3E8FD-C19D-4315-A730-3C3E8BE0CAA1}" presName="root" presStyleCnt="0">
        <dgm:presLayoutVars>
          <dgm:dir/>
          <dgm:resizeHandles val="exact"/>
        </dgm:presLayoutVars>
      </dgm:prSet>
      <dgm:spPr/>
    </dgm:pt>
    <dgm:pt modelId="{B248CA86-5273-44B3-B703-BC9235735D97}" type="pres">
      <dgm:prSet presAssocID="{9FB3E8FD-C19D-4315-A730-3C3E8BE0CAA1}" presName="container" presStyleCnt="0">
        <dgm:presLayoutVars>
          <dgm:dir/>
          <dgm:resizeHandles val="exact"/>
        </dgm:presLayoutVars>
      </dgm:prSet>
      <dgm:spPr/>
    </dgm:pt>
    <dgm:pt modelId="{20670FC2-4487-4988-A3E9-1515EFE714D3}" type="pres">
      <dgm:prSet presAssocID="{D3BCE65F-F8D1-4876-8242-66D58A0A86CE}" presName="compNode" presStyleCnt="0"/>
      <dgm:spPr/>
    </dgm:pt>
    <dgm:pt modelId="{4A6028E0-49B0-4F1F-B366-B8BCAB416037}" type="pres">
      <dgm:prSet presAssocID="{D3BCE65F-F8D1-4876-8242-66D58A0A86CE}" presName="iconBgRect" presStyleLbl="bgShp" presStyleIdx="0" presStyleCnt="4"/>
      <dgm:spPr/>
    </dgm:pt>
    <dgm:pt modelId="{5742634F-EEBD-41C7-9C3E-996DFA52D4CA}" type="pres">
      <dgm:prSet presAssocID="{D3BCE65F-F8D1-4876-8242-66D58A0A86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914BF0BC-584B-434A-B44B-0AB5033C84DD}" type="pres">
      <dgm:prSet presAssocID="{D3BCE65F-F8D1-4876-8242-66D58A0A86CE}" presName="spaceRect" presStyleCnt="0"/>
      <dgm:spPr/>
    </dgm:pt>
    <dgm:pt modelId="{BF725B7C-66D2-491F-9E1C-C2B5C8E23381}" type="pres">
      <dgm:prSet presAssocID="{D3BCE65F-F8D1-4876-8242-66D58A0A86CE}" presName="textRect" presStyleLbl="revTx" presStyleIdx="0" presStyleCnt="4">
        <dgm:presLayoutVars>
          <dgm:chMax val="1"/>
          <dgm:chPref val="1"/>
        </dgm:presLayoutVars>
      </dgm:prSet>
      <dgm:spPr/>
    </dgm:pt>
    <dgm:pt modelId="{BBAA40D9-6679-42DD-8391-8FF9CA68849A}" type="pres">
      <dgm:prSet presAssocID="{FD2F6806-CF8E-44D3-A549-0C91BD39F039}" presName="sibTrans" presStyleLbl="sibTrans2D1" presStyleIdx="0" presStyleCnt="0"/>
      <dgm:spPr/>
    </dgm:pt>
    <dgm:pt modelId="{58D8AD4C-B64C-43D4-9A43-E8A9E7712D40}" type="pres">
      <dgm:prSet presAssocID="{9581CC7C-205E-4B2C-92CC-498B85FC46FA}" presName="compNode" presStyleCnt="0"/>
      <dgm:spPr/>
    </dgm:pt>
    <dgm:pt modelId="{5BD00B59-30A7-45CB-B48A-C5DE3CAB4E86}" type="pres">
      <dgm:prSet presAssocID="{9581CC7C-205E-4B2C-92CC-498B85FC46FA}" presName="iconBgRect" presStyleLbl="bgShp" presStyleIdx="1" presStyleCnt="4"/>
      <dgm:spPr/>
    </dgm:pt>
    <dgm:pt modelId="{3CD15ACB-373B-40EE-89E9-70698D6A8C54}" type="pres">
      <dgm:prSet presAssocID="{9581CC7C-205E-4B2C-92CC-498B85FC46F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5153108D-32A6-4F8D-9AFF-50A19EF40F7E}" type="pres">
      <dgm:prSet presAssocID="{9581CC7C-205E-4B2C-92CC-498B85FC46FA}" presName="spaceRect" presStyleCnt="0"/>
      <dgm:spPr/>
    </dgm:pt>
    <dgm:pt modelId="{7C8635EC-B7A1-4B82-9848-C474D6CBBC18}" type="pres">
      <dgm:prSet presAssocID="{9581CC7C-205E-4B2C-92CC-498B85FC46FA}" presName="textRect" presStyleLbl="revTx" presStyleIdx="1" presStyleCnt="4">
        <dgm:presLayoutVars>
          <dgm:chMax val="1"/>
          <dgm:chPref val="1"/>
        </dgm:presLayoutVars>
      </dgm:prSet>
      <dgm:spPr/>
    </dgm:pt>
    <dgm:pt modelId="{8D3EA8CA-BD17-474D-9432-34358931A4AF}" type="pres">
      <dgm:prSet presAssocID="{6AD02AEE-BFA7-460E-955B-85B827BEF469}" presName="sibTrans" presStyleLbl="sibTrans2D1" presStyleIdx="0" presStyleCnt="0"/>
      <dgm:spPr/>
    </dgm:pt>
    <dgm:pt modelId="{46DF9985-342F-4DA2-A052-B9D393FBD9AB}" type="pres">
      <dgm:prSet presAssocID="{831B0032-9688-483A-BA3F-F66EBDFB40B4}" presName="compNode" presStyleCnt="0"/>
      <dgm:spPr/>
    </dgm:pt>
    <dgm:pt modelId="{F6C0DE7F-B3F0-4D24-91D4-DEF271E7096C}" type="pres">
      <dgm:prSet presAssocID="{831B0032-9688-483A-BA3F-F66EBDFB40B4}" presName="iconBgRect" presStyleLbl="bgShp" presStyleIdx="2" presStyleCnt="4"/>
      <dgm:spPr/>
    </dgm:pt>
    <dgm:pt modelId="{FB3FE61A-740C-4B77-922A-CF8A78604EA6}" type="pres">
      <dgm:prSet presAssocID="{831B0032-9688-483A-BA3F-F66EBDFB40B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F0C1B81-55F4-4B34-9429-AF3BA9765AAA}" type="pres">
      <dgm:prSet presAssocID="{831B0032-9688-483A-BA3F-F66EBDFB40B4}" presName="spaceRect" presStyleCnt="0"/>
      <dgm:spPr/>
    </dgm:pt>
    <dgm:pt modelId="{7812E7CE-0ED9-4EDD-8E57-2E6C87C22D50}" type="pres">
      <dgm:prSet presAssocID="{831B0032-9688-483A-BA3F-F66EBDFB40B4}" presName="textRect" presStyleLbl="revTx" presStyleIdx="2" presStyleCnt="4">
        <dgm:presLayoutVars>
          <dgm:chMax val="1"/>
          <dgm:chPref val="1"/>
        </dgm:presLayoutVars>
      </dgm:prSet>
      <dgm:spPr/>
    </dgm:pt>
    <dgm:pt modelId="{87E48CBE-E3A0-4556-BA1B-834D96B8F508}" type="pres">
      <dgm:prSet presAssocID="{BF20A7C1-D668-4B3E-8D25-8CA2B9332D1F}" presName="sibTrans" presStyleLbl="sibTrans2D1" presStyleIdx="0" presStyleCnt="0"/>
      <dgm:spPr/>
    </dgm:pt>
    <dgm:pt modelId="{AE0AF9A9-9CDF-4A21-BE49-2D9160D5C7DC}" type="pres">
      <dgm:prSet presAssocID="{D1B9C1E5-4E69-4068-9A0F-06076D109266}" presName="compNode" presStyleCnt="0"/>
      <dgm:spPr/>
    </dgm:pt>
    <dgm:pt modelId="{BEBA2A10-88A5-4D2D-BD4D-81D3E02EA47B}" type="pres">
      <dgm:prSet presAssocID="{D1B9C1E5-4E69-4068-9A0F-06076D109266}" presName="iconBgRect" presStyleLbl="bgShp" presStyleIdx="3" presStyleCnt="4"/>
      <dgm:spPr/>
    </dgm:pt>
    <dgm:pt modelId="{033CA2CB-F824-453B-A912-7728780750B4}" type="pres">
      <dgm:prSet presAssocID="{D1B9C1E5-4E69-4068-9A0F-06076D10926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57CF6E0E-C1FD-423F-AF9C-F158CD80DDBF}" type="pres">
      <dgm:prSet presAssocID="{D1B9C1E5-4E69-4068-9A0F-06076D109266}" presName="spaceRect" presStyleCnt="0"/>
      <dgm:spPr/>
    </dgm:pt>
    <dgm:pt modelId="{FA4DEF6C-7756-4F99-8594-750404A02C52}" type="pres">
      <dgm:prSet presAssocID="{D1B9C1E5-4E69-4068-9A0F-06076D10926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763D22D-DF17-43A5-BD72-981AD8E2DD2E}" type="presOf" srcId="{831B0032-9688-483A-BA3F-F66EBDFB40B4}" destId="{7812E7CE-0ED9-4EDD-8E57-2E6C87C22D50}" srcOrd="0" destOrd="0" presId="urn:microsoft.com/office/officeart/2018/2/layout/IconCircleList"/>
    <dgm:cxn modelId="{00226A3A-1E54-44FE-9D49-8FB4A173C983}" type="presOf" srcId="{BF20A7C1-D668-4B3E-8D25-8CA2B9332D1F}" destId="{87E48CBE-E3A0-4556-BA1B-834D96B8F508}" srcOrd="0" destOrd="0" presId="urn:microsoft.com/office/officeart/2018/2/layout/IconCircleList"/>
    <dgm:cxn modelId="{57501140-44C1-4D71-A22D-6B8B184EB655}" type="presOf" srcId="{D3BCE65F-F8D1-4876-8242-66D58A0A86CE}" destId="{BF725B7C-66D2-491F-9E1C-C2B5C8E23381}" srcOrd="0" destOrd="0" presId="urn:microsoft.com/office/officeart/2018/2/layout/IconCircleList"/>
    <dgm:cxn modelId="{44CC3C42-EC99-4AF0-B345-D7F1EBD993E8}" srcId="{9FB3E8FD-C19D-4315-A730-3C3E8BE0CAA1}" destId="{D1B9C1E5-4E69-4068-9A0F-06076D109266}" srcOrd="3" destOrd="0" parTransId="{79AEECEB-4E0B-4690-B9C8-E9E55A536EFA}" sibTransId="{1E25A828-FF9D-4A79-95DB-F9320F67E040}"/>
    <dgm:cxn modelId="{C4618A6F-7EF1-4E7F-B4A8-9FF515C60B29}" type="presOf" srcId="{FD2F6806-CF8E-44D3-A549-0C91BD39F039}" destId="{BBAA40D9-6679-42DD-8391-8FF9CA68849A}" srcOrd="0" destOrd="0" presId="urn:microsoft.com/office/officeart/2018/2/layout/IconCircleList"/>
    <dgm:cxn modelId="{E092F852-FBDD-4088-A127-57CEEC18CFC0}" type="presOf" srcId="{9581CC7C-205E-4B2C-92CC-498B85FC46FA}" destId="{7C8635EC-B7A1-4B82-9848-C474D6CBBC18}" srcOrd="0" destOrd="0" presId="urn:microsoft.com/office/officeart/2018/2/layout/IconCircleList"/>
    <dgm:cxn modelId="{311C6976-5A81-4F32-A9EA-671171969DAD}" type="presOf" srcId="{6AD02AEE-BFA7-460E-955B-85B827BEF469}" destId="{8D3EA8CA-BD17-474D-9432-34358931A4AF}" srcOrd="0" destOrd="0" presId="urn:microsoft.com/office/officeart/2018/2/layout/IconCircleList"/>
    <dgm:cxn modelId="{0D59EB96-6B56-4EE4-86AF-C328CDCA175D}" srcId="{9FB3E8FD-C19D-4315-A730-3C3E8BE0CAA1}" destId="{9581CC7C-205E-4B2C-92CC-498B85FC46FA}" srcOrd="1" destOrd="0" parTransId="{F78AAE8F-5BBA-4AC8-8B59-B49069242AA9}" sibTransId="{6AD02AEE-BFA7-460E-955B-85B827BEF469}"/>
    <dgm:cxn modelId="{58A204BA-6E9E-4052-83CE-16AE9908F674}" type="presOf" srcId="{D1B9C1E5-4E69-4068-9A0F-06076D109266}" destId="{FA4DEF6C-7756-4F99-8594-750404A02C52}" srcOrd="0" destOrd="0" presId="urn:microsoft.com/office/officeart/2018/2/layout/IconCircleList"/>
    <dgm:cxn modelId="{7606D2E6-6BDD-40C4-9B25-08D3BBA2EC64}" srcId="{9FB3E8FD-C19D-4315-A730-3C3E8BE0CAA1}" destId="{831B0032-9688-483A-BA3F-F66EBDFB40B4}" srcOrd="2" destOrd="0" parTransId="{E4A30846-2E9C-4256-A8E5-1D1E7B935D20}" sibTransId="{BF20A7C1-D668-4B3E-8D25-8CA2B9332D1F}"/>
    <dgm:cxn modelId="{F0A7F1E6-9E12-498B-A3ED-2BC98A6F0550}" srcId="{9FB3E8FD-C19D-4315-A730-3C3E8BE0CAA1}" destId="{D3BCE65F-F8D1-4876-8242-66D58A0A86CE}" srcOrd="0" destOrd="0" parTransId="{FF9A9348-B6E7-410C-B754-C20546111DEF}" sibTransId="{FD2F6806-CF8E-44D3-A549-0C91BD39F039}"/>
    <dgm:cxn modelId="{74455DED-57E5-46B2-8FE9-69144BE0B2CE}" type="presOf" srcId="{9FB3E8FD-C19D-4315-A730-3C3E8BE0CAA1}" destId="{2749CB46-9125-4657-B833-C036BA30DBDB}" srcOrd="0" destOrd="0" presId="urn:microsoft.com/office/officeart/2018/2/layout/IconCircleList"/>
    <dgm:cxn modelId="{FD80F618-B574-4FE1-863C-E0C7F1F608A6}" type="presParOf" srcId="{2749CB46-9125-4657-B833-C036BA30DBDB}" destId="{B248CA86-5273-44B3-B703-BC9235735D97}" srcOrd="0" destOrd="0" presId="urn:microsoft.com/office/officeart/2018/2/layout/IconCircleList"/>
    <dgm:cxn modelId="{DD1EB6B5-14F3-49BB-A869-2FEF5E65188D}" type="presParOf" srcId="{B248CA86-5273-44B3-B703-BC9235735D97}" destId="{20670FC2-4487-4988-A3E9-1515EFE714D3}" srcOrd="0" destOrd="0" presId="urn:microsoft.com/office/officeart/2018/2/layout/IconCircleList"/>
    <dgm:cxn modelId="{9978CD0D-720D-4680-9599-BDC001339A48}" type="presParOf" srcId="{20670FC2-4487-4988-A3E9-1515EFE714D3}" destId="{4A6028E0-49B0-4F1F-B366-B8BCAB416037}" srcOrd="0" destOrd="0" presId="urn:microsoft.com/office/officeart/2018/2/layout/IconCircleList"/>
    <dgm:cxn modelId="{E2C21695-0931-45D4-95B6-8BCC6793F32D}" type="presParOf" srcId="{20670FC2-4487-4988-A3E9-1515EFE714D3}" destId="{5742634F-EEBD-41C7-9C3E-996DFA52D4CA}" srcOrd="1" destOrd="0" presId="urn:microsoft.com/office/officeart/2018/2/layout/IconCircleList"/>
    <dgm:cxn modelId="{3EFE9ABB-3803-46D5-9DFE-5053CF540F00}" type="presParOf" srcId="{20670FC2-4487-4988-A3E9-1515EFE714D3}" destId="{914BF0BC-584B-434A-B44B-0AB5033C84DD}" srcOrd="2" destOrd="0" presId="urn:microsoft.com/office/officeart/2018/2/layout/IconCircleList"/>
    <dgm:cxn modelId="{DBB4233D-71BE-4B94-A379-FF210EB8D038}" type="presParOf" srcId="{20670FC2-4487-4988-A3E9-1515EFE714D3}" destId="{BF725B7C-66D2-491F-9E1C-C2B5C8E23381}" srcOrd="3" destOrd="0" presId="urn:microsoft.com/office/officeart/2018/2/layout/IconCircleList"/>
    <dgm:cxn modelId="{A2CD768C-99A0-4E32-8AFE-502FA965457B}" type="presParOf" srcId="{B248CA86-5273-44B3-B703-BC9235735D97}" destId="{BBAA40D9-6679-42DD-8391-8FF9CA68849A}" srcOrd="1" destOrd="0" presId="urn:microsoft.com/office/officeart/2018/2/layout/IconCircleList"/>
    <dgm:cxn modelId="{115EEA8A-EDA3-4141-8859-D61D889C44C9}" type="presParOf" srcId="{B248CA86-5273-44B3-B703-BC9235735D97}" destId="{58D8AD4C-B64C-43D4-9A43-E8A9E7712D40}" srcOrd="2" destOrd="0" presId="urn:microsoft.com/office/officeart/2018/2/layout/IconCircleList"/>
    <dgm:cxn modelId="{23F555F5-2395-4EF6-AD80-1EDE4F1818A6}" type="presParOf" srcId="{58D8AD4C-B64C-43D4-9A43-E8A9E7712D40}" destId="{5BD00B59-30A7-45CB-B48A-C5DE3CAB4E86}" srcOrd="0" destOrd="0" presId="urn:microsoft.com/office/officeart/2018/2/layout/IconCircleList"/>
    <dgm:cxn modelId="{43A91561-AFF1-4FFF-8BFE-5772DA9A05FE}" type="presParOf" srcId="{58D8AD4C-B64C-43D4-9A43-E8A9E7712D40}" destId="{3CD15ACB-373B-40EE-89E9-70698D6A8C54}" srcOrd="1" destOrd="0" presId="urn:microsoft.com/office/officeart/2018/2/layout/IconCircleList"/>
    <dgm:cxn modelId="{91881ADC-CB68-42D9-B111-043A1B79A33B}" type="presParOf" srcId="{58D8AD4C-B64C-43D4-9A43-E8A9E7712D40}" destId="{5153108D-32A6-4F8D-9AFF-50A19EF40F7E}" srcOrd="2" destOrd="0" presId="urn:microsoft.com/office/officeart/2018/2/layout/IconCircleList"/>
    <dgm:cxn modelId="{8A2F7553-050E-436E-BD82-5AF47C307123}" type="presParOf" srcId="{58D8AD4C-B64C-43D4-9A43-E8A9E7712D40}" destId="{7C8635EC-B7A1-4B82-9848-C474D6CBBC18}" srcOrd="3" destOrd="0" presId="urn:microsoft.com/office/officeart/2018/2/layout/IconCircleList"/>
    <dgm:cxn modelId="{809D929B-951C-4F6B-AAFA-6C375D582CF5}" type="presParOf" srcId="{B248CA86-5273-44B3-B703-BC9235735D97}" destId="{8D3EA8CA-BD17-474D-9432-34358931A4AF}" srcOrd="3" destOrd="0" presId="urn:microsoft.com/office/officeart/2018/2/layout/IconCircleList"/>
    <dgm:cxn modelId="{031D5AE9-E269-4990-85DA-1F87C9F07A5B}" type="presParOf" srcId="{B248CA86-5273-44B3-B703-BC9235735D97}" destId="{46DF9985-342F-4DA2-A052-B9D393FBD9AB}" srcOrd="4" destOrd="0" presId="urn:microsoft.com/office/officeart/2018/2/layout/IconCircleList"/>
    <dgm:cxn modelId="{A1AC666F-950B-465D-B83D-AD6B419DCDC0}" type="presParOf" srcId="{46DF9985-342F-4DA2-A052-B9D393FBD9AB}" destId="{F6C0DE7F-B3F0-4D24-91D4-DEF271E7096C}" srcOrd="0" destOrd="0" presId="urn:microsoft.com/office/officeart/2018/2/layout/IconCircleList"/>
    <dgm:cxn modelId="{11C9964F-AD5F-47E1-8D1C-5AD72F534AB0}" type="presParOf" srcId="{46DF9985-342F-4DA2-A052-B9D393FBD9AB}" destId="{FB3FE61A-740C-4B77-922A-CF8A78604EA6}" srcOrd="1" destOrd="0" presId="urn:microsoft.com/office/officeart/2018/2/layout/IconCircleList"/>
    <dgm:cxn modelId="{892E70F7-7E51-49C1-B0D1-FA37050AF793}" type="presParOf" srcId="{46DF9985-342F-4DA2-A052-B9D393FBD9AB}" destId="{AF0C1B81-55F4-4B34-9429-AF3BA9765AAA}" srcOrd="2" destOrd="0" presId="urn:microsoft.com/office/officeart/2018/2/layout/IconCircleList"/>
    <dgm:cxn modelId="{FB9C6036-95CC-4D9D-8291-0605D2B85D71}" type="presParOf" srcId="{46DF9985-342F-4DA2-A052-B9D393FBD9AB}" destId="{7812E7CE-0ED9-4EDD-8E57-2E6C87C22D50}" srcOrd="3" destOrd="0" presId="urn:microsoft.com/office/officeart/2018/2/layout/IconCircleList"/>
    <dgm:cxn modelId="{36BCA7AA-091E-46F0-8A4F-F3E13717FD24}" type="presParOf" srcId="{B248CA86-5273-44B3-B703-BC9235735D97}" destId="{87E48CBE-E3A0-4556-BA1B-834D96B8F508}" srcOrd="5" destOrd="0" presId="urn:microsoft.com/office/officeart/2018/2/layout/IconCircleList"/>
    <dgm:cxn modelId="{9743A4B7-162F-4991-88C0-91301C6BC41B}" type="presParOf" srcId="{B248CA86-5273-44B3-B703-BC9235735D97}" destId="{AE0AF9A9-9CDF-4A21-BE49-2D9160D5C7DC}" srcOrd="6" destOrd="0" presId="urn:microsoft.com/office/officeart/2018/2/layout/IconCircleList"/>
    <dgm:cxn modelId="{8A728E13-9439-4F5A-BD6F-92ACBB73F567}" type="presParOf" srcId="{AE0AF9A9-9CDF-4A21-BE49-2D9160D5C7DC}" destId="{BEBA2A10-88A5-4D2D-BD4D-81D3E02EA47B}" srcOrd="0" destOrd="0" presId="urn:microsoft.com/office/officeart/2018/2/layout/IconCircleList"/>
    <dgm:cxn modelId="{3EF2F4C4-64EB-429F-9BDD-CA88FDBE9C76}" type="presParOf" srcId="{AE0AF9A9-9CDF-4A21-BE49-2D9160D5C7DC}" destId="{033CA2CB-F824-453B-A912-7728780750B4}" srcOrd="1" destOrd="0" presId="urn:microsoft.com/office/officeart/2018/2/layout/IconCircleList"/>
    <dgm:cxn modelId="{E572A6CE-88D6-4C5C-8211-92433AD3EC23}" type="presParOf" srcId="{AE0AF9A9-9CDF-4A21-BE49-2D9160D5C7DC}" destId="{57CF6E0E-C1FD-423F-AF9C-F158CD80DDBF}" srcOrd="2" destOrd="0" presId="urn:microsoft.com/office/officeart/2018/2/layout/IconCircleList"/>
    <dgm:cxn modelId="{EA087F9D-A62F-4360-8FDC-628D50172E85}" type="presParOf" srcId="{AE0AF9A9-9CDF-4A21-BE49-2D9160D5C7DC}" destId="{FA4DEF6C-7756-4F99-8594-750404A02C5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7A147A-B338-4BED-A166-ABF42EC24F6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E9ABBE6-1D43-48EC-A832-71652F995D9C}">
      <dgm:prSet/>
      <dgm:spPr/>
      <dgm:t>
        <a:bodyPr/>
        <a:lstStyle/>
        <a:p>
          <a:pPr>
            <a:defRPr cap="all"/>
          </a:pPr>
          <a:r>
            <a:rPr lang="en-US"/>
            <a:t>• SLA: Acordo de Nível de Serviço</a:t>
          </a:r>
        </a:p>
      </dgm:t>
    </dgm:pt>
    <dgm:pt modelId="{7AF3518B-7D69-483A-93EF-705ACAB8D84A}" type="parTrans" cxnId="{F0026C55-8586-40C3-BC70-0830BD0F3618}">
      <dgm:prSet/>
      <dgm:spPr/>
      <dgm:t>
        <a:bodyPr/>
        <a:lstStyle/>
        <a:p>
          <a:endParaRPr lang="en-US"/>
        </a:p>
      </dgm:t>
    </dgm:pt>
    <dgm:pt modelId="{7FEB8AEE-0ABC-43A0-9212-9F12AA3B93BB}" type="sibTrans" cxnId="{F0026C55-8586-40C3-BC70-0830BD0F3618}">
      <dgm:prSet/>
      <dgm:spPr/>
      <dgm:t>
        <a:bodyPr/>
        <a:lstStyle/>
        <a:p>
          <a:endParaRPr lang="en-US"/>
        </a:p>
      </dgm:t>
    </dgm:pt>
    <dgm:pt modelId="{50D803DD-B15E-4590-8217-F315EA92DEBE}">
      <dgm:prSet/>
      <dgm:spPr/>
      <dgm:t>
        <a:bodyPr/>
        <a:lstStyle/>
        <a:p>
          <a:pPr>
            <a:defRPr cap="all"/>
          </a:pPr>
          <a:r>
            <a:rPr lang="en-US"/>
            <a:t>• Define tempo de resposta e disponibilidade</a:t>
          </a:r>
        </a:p>
      </dgm:t>
    </dgm:pt>
    <dgm:pt modelId="{D01A830D-EFC6-4646-9426-74FB25470863}" type="parTrans" cxnId="{D948DBE0-A0F2-4BE4-964B-B6D7DBBCC605}">
      <dgm:prSet/>
      <dgm:spPr/>
      <dgm:t>
        <a:bodyPr/>
        <a:lstStyle/>
        <a:p>
          <a:endParaRPr lang="en-US"/>
        </a:p>
      </dgm:t>
    </dgm:pt>
    <dgm:pt modelId="{A97D7D54-4B24-4234-90B4-9F7267F44015}" type="sibTrans" cxnId="{D948DBE0-A0F2-4BE4-964B-B6D7DBBCC605}">
      <dgm:prSet/>
      <dgm:spPr/>
      <dgm:t>
        <a:bodyPr/>
        <a:lstStyle/>
        <a:p>
          <a:endParaRPr lang="en-US"/>
        </a:p>
      </dgm:t>
    </dgm:pt>
    <dgm:pt modelId="{84F50424-4539-487F-BFC2-922A6AE2F5B4}">
      <dgm:prSet/>
      <dgm:spPr/>
      <dgm:t>
        <a:bodyPr/>
        <a:lstStyle/>
        <a:p>
          <a:pPr>
            <a:defRPr cap="all"/>
          </a:pPr>
          <a:r>
            <a:rPr lang="en-US"/>
            <a:t>• Exemplo: Sistema disponível 99,9% do tempo</a:t>
          </a:r>
        </a:p>
      </dgm:t>
    </dgm:pt>
    <dgm:pt modelId="{A82776EB-33BA-4B8B-B953-1C2A8961FF49}" type="parTrans" cxnId="{8A96670A-4F82-4910-8D7E-462598977E6B}">
      <dgm:prSet/>
      <dgm:spPr/>
      <dgm:t>
        <a:bodyPr/>
        <a:lstStyle/>
        <a:p>
          <a:endParaRPr lang="en-US"/>
        </a:p>
      </dgm:t>
    </dgm:pt>
    <dgm:pt modelId="{CD8D9A36-423F-4F6A-8130-D22D09C15842}" type="sibTrans" cxnId="{8A96670A-4F82-4910-8D7E-462598977E6B}">
      <dgm:prSet/>
      <dgm:spPr/>
      <dgm:t>
        <a:bodyPr/>
        <a:lstStyle/>
        <a:p>
          <a:endParaRPr lang="en-US"/>
        </a:p>
      </dgm:t>
    </dgm:pt>
    <dgm:pt modelId="{55806ACC-9260-473F-9BC8-24FF0C1F37B7}" type="pres">
      <dgm:prSet presAssocID="{EA7A147A-B338-4BED-A166-ABF42EC24F6A}" presName="root" presStyleCnt="0">
        <dgm:presLayoutVars>
          <dgm:dir/>
          <dgm:resizeHandles val="exact"/>
        </dgm:presLayoutVars>
      </dgm:prSet>
      <dgm:spPr/>
    </dgm:pt>
    <dgm:pt modelId="{AFC6E7F6-7B2F-4628-85C8-2474F050AF54}" type="pres">
      <dgm:prSet presAssocID="{1E9ABBE6-1D43-48EC-A832-71652F995D9C}" presName="compNode" presStyleCnt="0"/>
      <dgm:spPr/>
    </dgm:pt>
    <dgm:pt modelId="{362BC597-C1BE-48DA-9671-8DA56AF649C2}" type="pres">
      <dgm:prSet presAssocID="{1E9ABBE6-1D43-48EC-A832-71652F995D9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A14C6E8-8A28-4D5F-838F-2F4687CB697E}" type="pres">
      <dgm:prSet presAssocID="{1E9ABBE6-1D43-48EC-A832-71652F995D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D69A6B10-0505-44F0-9010-A3744031DB2D}" type="pres">
      <dgm:prSet presAssocID="{1E9ABBE6-1D43-48EC-A832-71652F995D9C}" presName="spaceRect" presStyleCnt="0"/>
      <dgm:spPr/>
    </dgm:pt>
    <dgm:pt modelId="{CD54324F-C017-46A7-BF3B-7173CBB91F5D}" type="pres">
      <dgm:prSet presAssocID="{1E9ABBE6-1D43-48EC-A832-71652F995D9C}" presName="textRect" presStyleLbl="revTx" presStyleIdx="0" presStyleCnt="3">
        <dgm:presLayoutVars>
          <dgm:chMax val="1"/>
          <dgm:chPref val="1"/>
        </dgm:presLayoutVars>
      </dgm:prSet>
      <dgm:spPr/>
    </dgm:pt>
    <dgm:pt modelId="{7CA8482D-9412-40BA-8F51-0B6BB87C27CB}" type="pres">
      <dgm:prSet presAssocID="{7FEB8AEE-0ABC-43A0-9212-9F12AA3B93BB}" presName="sibTrans" presStyleCnt="0"/>
      <dgm:spPr/>
    </dgm:pt>
    <dgm:pt modelId="{CB005557-F359-4239-9862-C92913FF5B85}" type="pres">
      <dgm:prSet presAssocID="{50D803DD-B15E-4590-8217-F315EA92DEBE}" presName="compNode" presStyleCnt="0"/>
      <dgm:spPr/>
    </dgm:pt>
    <dgm:pt modelId="{90854B80-6C49-43D8-B297-1667332AF7E8}" type="pres">
      <dgm:prSet presAssocID="{50D803DD-B15E-4590-8217-F315EA92DEB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3A99C1F-9996-4BA4-97BF-AA4EFBDEA026}" type="pres">
      <dgm:prSet presAssocID="{50D803DD-B15E-4590-8217-F315EA92DEB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61BBF03D-8DA4-4712-B592-2BBDBBDE1B3B}" type="pres">
      <dgm:prSet presAssocID="{50D803DD-B15E-4590-8217-F315EA92DEBE}" presName="spaceRect" presStyleCnt="0"/>
      <dgm:spPr/>
    </dgm:pt>
    <dgm:pt modelId="{FF269A0E-8452-447E-B24D-2CEAFD03E13B}" type="pres">
      <dgm:prSet presAssocID="{50D803DD-B15E-4590-8217-F315EA92DEBE}" presName="textRect" presStyleLbl="revTx" presStyleIdx="1" presStyleCnt="3">
        <dgm:presLayoutVars>
          <dgm:chMax val="1"/>
          <dgm:chPref val="1"/>
        </dgm:presLayoutVars>
      </dgm:prSet>
      <dgm:spPr/>
    </dgm:pt>
    <dgm:pt modelId="{22045194-5121-4F02-9EED-ADDCD92EDBFF}" type="pres">
      <dgm:prSet presAssocID="{A97D7D54-4B24-4234-90B4-9F7267F44015}" presName="sibTrans" presStyleCnt="0"/>
      <dgm:spPr/>
    </dgm:pt>
    <dgm:pt modelId="{2A469E66-4662-456F-B886-0B1A4AF3A75F}" type="pres">
      <dgm:prSet presAssocID="{84F50424-4539-487F-BFC2-922A6AE2F5B4}" presName="compNode" presStyleCnt="0"/>
      <dgm:spPr/>
    </dgm:pt>
    <dgm:pt modelId="{4CB2B4EC-FFFB-43FA-9EBD-2371428812F3}" type="pres">
      <dgm:prSet presAssocID="{84F50424-4539-487F-BFC2-922A6AE2F5B4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C828F35-14DE-42DA-AA7E-B5809943DC4F}" type="pres">
      <dgm:prSet presAssocID="{84F50424-4539-487F-BFC2-922A6AE2F5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co-íris"/>
        </a:ext>
      </dgm:extLst>
    </dgm:pt>
    <dgm:pt modelId="{4F7DB718-8F76-43A2-83FB-3ADB64A9C57C}" type="pres">
      <dgm:prSet presAssocID="{84F50424-4539-487F-BFC2-922A6AE2F5B4}" presName="spaceRect" presStyleCnt="0"/>
      <dgm:spPr/>
    </dgm:pt>
    <dgm:pt modelId="{5A8B6C44-98AE-42B9-B82E-1C6E582A81F4}" type="pres">
      <dgm:prSet presAssocID="{84F50424-4539-487F-BFC2-922A6AE2F5B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A96670A-4F82-4910-8D7E-462598977E6B}" srcId="{EA7A147A-B338-4BED-A166-ABF42EC24F6A}" destId="{84F50424-4539-487F-BFC2-922A6AE2F5B4}" srcOrd="2" destOrd="0" parTransId="{A82776EB-33BA-4B8B-B953-1C2A8961FF49}" sibTransId="{CD8D9A36-423F-4F6A-8130-D22D09C15842}"/>
    <dgm:cxn modelId="{B02A1718-7F6F-410A-8531-363C8AB00FF0}" type="presOf" srcId="{84F50424-4539-487F-BFC2-922A6AE2F5B4}" destId="{5A8B6C44-98AE-42B9-B82E-1C6E582A81F4}" srcOrd="0" destOrd="0" presId="urn:microsoft.com/office/officeart/2018/5/layout/IconLeafLabelList"/>
    <dgm:cxn modelId="{F0026C55-8586-40C3-BC70-0830BD0F3618}" srcId="{EA7A147A-B338-4BED-A166-ABF42EC24F6A}" destId="{1E9ABBE6-1D43-48EC-A832-71652F995D9C}" srcOrd="0" destOrd="0" parTransId="{7AF3518B-7D69-483A-93EF-705ACAB8D84A}" sibTransId="{7FEB8AEE-0ABC-43A0-9212-9F12AA3B93BB}"/>
    <dgm:cxn modelId="{3823A684-29D4-4A1D-88A2-F57E232E168E}" type="presOf" srcId="{50D803DD-B15E-4590-8217-F315EA92DEBE}" destId="{FF269A0E-8452-447E-B24D-2CEAFD03E13B}" srcOrd="0" destOrd="0" presId="urn:microsoft.com/office/officeart/2018/5/layout/IconLeafLabelList"/>
    <dgm:cxn modelId="{91A660B4-A163-45FD-807C-CA25E4A4F0B2}" type="presOf" srcId="{1E9ABBE6-1D43-48EC-A832-71652F995D9C}" destId="{CD54324F-C017-46A7-BF3B-7173CBB91F5D}" srcOrd="0" destOrd="0" presId="urn:microsoft.com/office/officeart/2018/5/layout/IconLeafLabelList"/>
    <dgm:cxn modelId="{D948DBE0-A0F2-4BE4-964B-B6D7DBBCC605}" srcId="{EA7A147A-B338-4BED-A166-ABF42EC24F6A}" destId="{50D803DD-B15E-4590-8217-F315EA92DEBE}" srcOrd="1" destOrd="0" parTransId="{D01A830D-EFC6-4646-9426-74FB25470863}" sibTransId="{A97D7D54-4B24-4234-90B4-9F7267F44015}"/>
    <dgm:cxn modelId="{9C248FFA-149C-4AB7-949A-988C109E03F1}" type="presOf" srcId="{EA7A147A-B338-4BED-A166-ABF42EC24F6A}" destId="{55806ACC-9260-473F-9BC8-24FF0C1F37B7}" srcOrd="0" destOrd="0" presId="urn:microsoft.com/office/officeart/2018/5/layout/IconLeafLabelList"/>
    <dgm:cxn modelId="{06C3B920-1C8D-44FB-BC7B-C0EAB9121BE5}" type="presParOf" srcId="{55806ACC-9260-473F-9BC8-24FF0C1F37B7}" destId="{AFC6E7F6-7B2F-4628-85C8-2474F050AF54}" srcOrd="0" destOrd="0" presId="urn:microsoft.com/office/officeart/2018/5/layout/IconLeafLabelList"/>
    <dgm:cxn modelId="{14D6DAB4-4452-4ED5-A533-E3DB9EAE68C6}" type="presParOf" srcId="{AFC6E7F6-7B2F-4628-85C8-2474F050AF54}" destId="{362BC597-C1BE-48DA-9671-8DA56AF649C2}" srcOrd="0" destOrd="0" presId="urn:microsoft.com/office/officeart/2018/5/layout/IconLeafLabelList"/>
    <dgm:cxn modelId="{BD6C2D90-7169-4269-AEBB-1F2C34FDF5F6}" type="presParOf" srcId="{AFC6E7F6-7B2F-4628-85C8-2474F050AF54}" destId="{5A14C6E8-8A28-4D5F-838F-2F4687CB697E}" srcOrd="1" destOrd="0" presId="urn:microsoft.com/office/officeart/2018/5/layout/IconLeafLabelList"/>
    <dgm:cxn modelId="{74914D82-A948-4BAD-B462-9DB20AE233B5}" type="presParOf" srcId="{AFC6E7F6-7B2F-4628-85C8-2474F050AF54}" destId="{D69A6B10-0505-44F0-9010-A3744031DB2D}" srcOrd="2" destOrd="0" presId="urn:microsoft.com/office/officeart/2018/5/layout/IconLeafLabelList"/>
    <dgm:cxn modelId="{084B9311-2A23-463B-B027-163C9951FE0F}" type="presParOf" srcId="{AFC6E7F6-7B2F-4628-85C8-2474F050AF54}" destId="{CD54324F-C017-46A7-BF3B-7173CBB91F5D}" srcOrd="3" destOrd="0" presId="urn:microsoft.com/office/officeart/2018/5/layout/IconLeafLabelList"/>
    <dgm:cxn modelId="{BB24E2DE-80F9-4B2A-8929-63F2DC7AF1B4}" type="presParOf" srcId="{55806ACC-9260-473F-9BC8-24FF0C1F37B7}" destId="{7CA8482D-9412-40BA-8F51-0B6BB87C27CB}" srcOrd="1" destOrd="0" presId="urn:microsoft.com/office/officeart/2018/5/layout/IconLeafLabelList"/>
    <dgm:cxn modelId="{5FE64FF2-7E5A-42DF-B3D0-5E26511ED93A}" type="presParOf" srcId="{55806ACC-9260-473F-9BC8-24FF0C1F37B7}" destId="{CB005557-F359-4239-9862-C92913FF5B85}" srcOrd="2" destOrd="0" presId="urn:microsoft.com/office/officeart/2018/5/layout/IconLeafLabelList"/>
    <dgm:cxn modelId="{86B0FAA0-E247-4843-94B3-B1EE70C9ACB7}" type="presParOf" srcId="{CB005557-F359-4239-9862-C92913FF5B85}" destId="{90854B80-6C49-43D8-B297-1667332AF7E8}" srcOrd="0" destOrd="0" presId="urn:microsoft.com/office/officeart/2018/5/layout/IconLeafLabelList"/>
    <dgm:cxn modelId="{B28D72CE-8E40-4624-A3AA-45CE000E238D}" type="presParOf" srcId="{CB005557-F359-4239-9862-C92913FF5B85}" destId="{A3A99C1F-9996-4BA4-97BF-AA4EFBDEA026}" srcOrd="1" destOrd="0" presId="urn:microsoft.com/office/officeart/2018/5/layout/IconLeafLabelList"/>
    <dgm:cxn modelId="{CAB76F3B-E6E1-4C37-83D7-F54E996A8270}" type="presParOf" srcId="{CB005557-F359-4239-9862-C92913FF5B85}" destId="{61BBF03D-8DA4-4712-B592-2BBDBBDE1B3B}" srcOrd="2" destOrd="0" presId="urn:microsoft.com/office/officeart/2018/5/layout/IconLeafLabelList"/>
    <dgm:cxn modelId="{8182D1A2-45FF-4473-B8F8-AD1F2730715E}" type="presParOf" srcId="{CB005557-F359-4239-9862-C92913FF5B85}" destId="{FF269A0E-8452-447E-B24D-2CEAFD03E13B}" srcOrd="3" destOrd="0" presId="urn:microsoft.com/office/officeart/2018/5/layout/IconLeafLabelList"/>
    <dgm:cxn modelId="{B50A5A81-20FC-4C76-A6ED-EC51C5DE65A4}" type="presParOf" srcId="{55806ACC-9260-473F-9BC8-24FF0C1F37B7}" destId="{22045194-5121-4F02-9EED-ADDCD92EDBFF}" srcOrd="3" destOrd="0" presId="urn:microsoft.com/office/officeart/2018/5/layout/IconLeafLabelList"/>
    <dgm:cxn modelId="{3E8150A2-E1EB-4AF9-BF95-B863FAE1434F}" type="presParOf" srcId="{55806ACC-9260-473F-9BC8-24FF0C1F37B7}" destId="{2A469E66-4662-456F-B886-0B1A4AF3A75F}" srcOrd="4" destOrd="0" presId="urn:microsoft.com/office/officeart/2018/5/layout/IconLeafLabelList"/>
    <dgm:cxn modelId="{610D08A0-F859-4675-8A48-D3A0FB85D8FF}" type="presParOf" srcId="{2A469E66-4662-456F-B886-0B1A4AF3A75F}" destId="{4CB2B4EC-FFFB-43FA-9EBD-2371428812F3}" srcOrd="0" destOrd="0" presId="urn:microsoft.com/office/officeart/2018/5/layout/IconLeafLabelList"/>
    <dgm:cxn modelId="{9D5702C8-E2C5-4B84-8045-4BF828BFFB7B}" type="presParOf" srcId="{2A469E66-4662-456F-B886-0B1A4AF3A75F}" destId="{7C828F35-14DE-42DA-AA7E-B5809943DC4F}" srcOrd="1" destOrd="0" presId="urn:microsoft.com/office/officeart/2018/5/layout/IconLeafLabelList"/>
    <dgm:cxn modelId="{77BD2F65-01C8-4DCC-9A6A-056AD8C2484A}" type="presParOf" srcId="{2A469E66-4662-456F-B886-0B1A4AF3A75F}" destId="{4F7DB718-8F76-43A2-83FB-3ADB64A9C57C}" srcOrd="2" destOrd="0" presId="urn:microsoft.com/office/officeart/2018/5/layout/IconLeafLabelList"/>
    <dgm:cxn modelId="{9EEA215B-7889-47D3-9F1E-FFA5B51C4DB2}" type="presParOf" srcId="{2A469E66-4662-456F-B886-0B1A4AF3A75F}" destId="{5A8B6C44-98AE-42B9-B82E-1C6E582A81F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9D88FC-B0EB-4258-9072-C18BF5F7E56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A29F22-39AB-466C-8969-4A4A4283DD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Consultas mal estruturadas</a:t>
          </a:r>
        </a:p>
      </dgm:t>
    </dgm:pt>
    <dgm:pt modelId="{543721CF-7F41-415C-8A8D-FFF21CED8C5E}" type="parTrans" cxnId="{ECC937A5-2DEE-4C5D-A67C-2F2AC209FE54}">
      <dgm:prSet/>
      <dgm:spPr/>
      <dgm:t>
        <a:bodyPr/>
        <a:lstStyle/>
        <a:p>
          <a:endParaRPr lang="en-US"/>
        </a:p>
      </dgm:t>
    </dgm:pt>
    <dgm:pt modelId="{D53169AA-CAB0-41A4-B1B1-A23ABD0C30FD}" type="sibTrans" cxnId="{ECC937A5-2DEE-4C5D-A67C-2F2AC209FE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C6DC311-98E6-462A-B321-96EA3C50FB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Falta de índices</a:t>
          </a:r>
        </a:p>
      </dgm:t>
    </dgm:pt>
    <dgm:pt modelId="{EA03F68F-6872-4632-BA06-17CF9B0E59D7}" type="parTrans" cxnId="{8E2AD2F1-7E9E-451B-B0D5-A4DE41A3DBCF}">
      <dgm:prSet/>
      <dgm:spPr/>
      <dgm:t>
        <a:bodyPr/>
        <a:lstStyle/>
        <a:p>
          <a:endParaRPr lang="en-US"/>
        </a:p>
      </dgm:t>
    </dgm:pt>
    <dgm:pt modelId="{73296C28-9BCE-41BE-AF4C-4D4A5EB64FB3}" type="sibTrans" cxnId="{8E2AD2F1-7E9E-451B-B0D5-A4DE41A3DB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CB226E-9D95-4051-92DE-F86C3D8EBE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Recursos insuficientes</a:t>
          </a:r>
        </a:p>
      </dgm:t>
    </dgm:pt>
    <dgm:pt modelId="{6C4E8E79-03E3-4748-84B6-1226A15245C7}" type="parTrans" cxnId="{A8B8DAAE-DECA-4AD0-B141-CEEFF28883D7}">
      <dgm:prSet/>
      <dgm:spPr/>
      <dgm:t>
        <a:bodyPr/>
        <a:lstStyle/>
        <a:p>
          <a:endParaRPr lang="en-US"/>
        </a:p>
      </dgm:t>
    </dgm:pt>
    <dgm:pt modelId="{6B490EB0-FC25-4D20-9BB5-AC9434F81D6F}" type="sibTrans" cxnId="{A8B8DAAE-DECA-4AD0-B141-CEEFF28883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D0E6DE-71F2-4F24-9275-C5989F4128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Conexões excessivas</a:t>
          </a:r>
        </a:p>
      </dgm:t>
    </dgm:pt>
    <dgm:pt modelId="{79AA33C0-3D6A-48CC-A07A-59E45C72A07C}" type="parTrans" cxnId="{373AEF90-7C7F-4A50-9472-FAEFAFB8C2F3}">
      <dgm:prSet/>
      <dgm:spPr/>
      <dgm:t>
        <a:bodyPr/>
        <a:lstStyle/>
        <a:p>
          <a:endParaRPr lang="en-US"/>
        </a:p>
      </dgm:t>
    </dgm:pt>
    <dgm:pt modelId="{20EA0D78-0441-4E8D-82D9-B421500FFB3A}" type="sibTrans" cxnId="{373AEF90-7C7F-4A50-9472-FAEFAFB8C2F3}">
      <dgm:prSet/>
      <dgm:spPr/>
      <dgm:t>
        <a:bodyPr/>
        <a:lstStyle/>
        <a:p>
          <a:endParaRPr lang="en-US"/>
        </a:p>
      </dgm:t>
    </dgm:pt>
    <dgm:pt modelId="{0247B64E-0A60-4E5F-A66E-9608D54AFA8F}" type="pres">
      <dgm:prSet presAssocID="{419D88FC-B0EB-4258-9072-C18BF5F7E564}" presName="root" presStyleCnt="0">
        <dgm:presLayoutVars>
          <dgm:dir/>
          <dgm:resizeHandles val="exact"/>
        </dgm:presLayoutVars>
      </dgm:prSet>
      <dgm:spPr/>
    </dgm:pt>
    <dgm:pt modelId="{4CF8D2C3-11A2-45BB-AB06-99BAFCBBE723}" type="pres">
      <dgm:prSet presAssocID="{419D88FC-B0EB-4258-9072-C18BF5F7E564}" presName="container" presStyleCnt="0">
        <dgm:presLayoutVars>
          <dgm:dir/>
          <dgm:resizeHandles val="exact"/>
        </dgm:presLayoutVars>
      </dgm:prSet>
      <dgm:spPr/>
    </dgm:pt>
    <dgm:pt modelId="{AA0CF4EC-431D-4C98-AEA5-E2CDB9D3F099}" type="pres">
      <dgm:prSet presAssocID="{98A29F22-39AB-466C-8969-4A4A4283DDED}" presName="compNode" presStyleCnt="0"/>
      <dgm:spPr/>
    </dgm:pt>
    <dgm:pt modelId="{F1A4C82B-BC32-4353-B4B9-F139F56DB817}" type="pres">
      <dgm:prSet presAssocID="{98A29F22-39AB-466C-8969-4A4A4283DDED}" presName="iconBgRect" presStyleLbl="bgShp" presStyleIdx="0" presStyleCnt="4"/>
      <dgm:spPr/>
    </dgm:pt>
    <dgm:pt modelId="{9C5463A3-DE6C-4BC8-9325-2718624BA7F2}" type="pres">
      <dgm:prSet presAssocID="{98A29F22-39AB-466C-8969-4A4A4283DD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F8A6512-B109-4483-A6B8-3B1B61302BDB}" type="pres">
      <dgm:prSet presAssocID="{98A29F22-39AB-466C-8969-4A4A4283DDED}" presName="spaceRect" presStyleCnt="0"/>
      <dgm:spPr/>
    </dgm:pt>
    <dgm:pt modelId="{DF0EDDBB-EBEA-4F00-BE16-11D196969539}" type="pres">
      <dgm:prSet presAssocID="{98A29F22-39AB-466C-8969-4A4A4283DDED}" presName="textRect" presStyleLbl="revTx" presStyleIdx="0" presStyleCnt="4">
        <dgm:presLayoutVars>
          <dgm:chMax val="1"/>
          <dgm:chPref val="1"/>
        </dgm:presLayoutVars>
      </dgm:prSet>
      <dgm:spPr/>
    </dgm:pt>
    <dgm:pt modelId="{32F0D6F7-A9C4-4502-A80B-59DC55EEB30B}" type="pres">
      <dgm:prSet presAssocID="{D53169AA-CAB0-41A4-B1B1-A23ABD0C30FD}" presName="sibTrans" presStyleLbl="sibTrans2D1" presStyleIdx="0" presStyleCnt="0"/>
      <dgm:spPr/>
    </dgm:pt>
    <dgm:pt modelId="{5C22EBFB-977A-4DD5-9899-FFFB5A341F78}" type="pres">
      <dgm:prSet presAssocID="{2C6DC311-98E6-462A-B321-96EA3C50FBBF}" presName="compNode" presStyleCnt="0"/>
      <dgm:spPr/>
    </dgm:pt>
    <dgm:pt modelId="{724BB11C-B6AB-4BDD-B78E-020DD16E7C0D}" type="pres">
      <dgm:prSet presAssocID="{2C6DC311-98E6-462A-B321-96EA3C50FBBF}" presName="iconBgRect" presStyleLbl="bgShp" presStyleIdx="1" presStyleCnt="4"/>
      <dgm:spPr/>
    </dgm:pt>
    <dgm:pt modelId="{E9C5EBA9-C9E2-4949-85C2-FF43AD478180}" type="pres">
      <dgm:prSet presAssocID="{2C6DC311-98E6-462A-B321-96EA3C50FB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186DBC2D-971D-4AC9-8188-173153D6C09D}" type="pres">
      <dgm:prSet presAssocID="{2C6DC311-98E6-462A-B321-96EA3C50FBBF}" presName="spaceRect" presStyleCnt="0"/>
      <dgm:spPr/>
    </dgm:pt>
    <dgm:pt modelId="{2525A0C3-1F56-472B-8E81-AB1410E124BF}" type="pres">
      <dgm:prSet presAssocID="{2C6DC311-98E6-462A-B321-96EA3C50FBBF}" presName="textRect" presStyleLbl="revTx" presStyleIdx="1" presStyleCnt="4">
        <dgm:presLayoutVars>
          <dgm:chMax val="1"/>
          <dgm:chPref val="1"/>
        </dgm:presLayoutVars>
      </dgm:prSet>
      <dgm:spPr/>
    </dgm:pt>
    <dgm:pt modelId="{7CCEB8DC-4CEE-429B-BB44-A22092B47DB1}" type="pres">
      <dgm:prSet presAssocID="{73296C28-9BCE-41BE-AF4C-4D4A5EB64FB3}" presName="sibTrans" presStyleLbl="sibTrans2D1" presStyleIdx="0" presStyleCnt="0"/>
      <dgm:spPr/>
    </dgm:pt>
    <dgm:pt modelId="{2848E872-6636-4407-97CC-6DFC7064FE0E}" type="pres">
      <dgm:prSet presAssocID="{80CB226E-9D95-4051-92DE-F86C3D8EBE93}" presName="compNode" presStyleCnt="0"/>
      <dgm:spPr/>
    </dgm:pt>
    <dgm:pt modelId="{1FC13E98-9897-424C-AD14-7037B42E73D1}" type="pres">
      <dgm:prSet presAssocID="{80CB226E-9D95-4051-92DE-F86C3D8EBE93}" presName="iconBgRect" presStyleLbl="bgShp" presStyleIdx="2" presStyleCnt="4"/>
      <dgm:spPr/>
    </dgm:pt>
    <dgm:pt modelId="{5DC4ACD7-1873-4CAC-B77A-3656CE508462}" type="pres">
      <dgm:prSet presAssocID="{80CB226E-9D95-4051-92DE-F86C3D8EBE9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2362C66-7665-49F9-AA18-BDC5ED1AABBE}" type="pres">
      <dgm:prSet presAssocID="{80CB226E-9D95-4051-92DE-F86C3D8EBE93}" presName="spaceRect" presStyleCnt="0"/>
      <dgm:spPr/>
    </dgm:pt>
    <dgm:pt modelId="{A65E1F5B-7D11-4007-B94E-20AF242562E7}" type="pres">
      <dgm:prSet presAssocID="{80CB226E-9D95-4051-92DE-F86C3D8EBE93}" presName="textRect" presStyleLbl="revTx" presStyleIdx="2" presStyleCnt="4">
        <dgm:presLayoutVars>
          <dgm:chMax val="1"/>
          <dgm:chPref val="1"/>
        </dgm:presLayoutVars>
      </dgm:prSet>
      <dgm:spPr/>
    </dgm:pt>
    <dgm:pt modelId="{305C18ED-666A-4128-9EC0-F5405B6139CF}" type="pres">
      <dgm:prSet presAssocID="{6B490EB0-FC25-4D20-9BB5-AC9434F81D6F}" presName="sibTrans" presStyleLbl="sibTrans2D1" presStyleIdx="0" presStyleCnt="0"/>
      <dgm:spPr/>
    </dgm:pt>
    <dgm:pt modelId="{467686B8-D889-486A-8B1F-9222F6539D41}" type="pres">
      <dgm:prSet presAssocID="{30D0E6DE-71F2-4F24-9275-C5989F41284F}" presName="compNode" presStyleCnt="0"/>
      <dgm:spPr/>
    </dgm:pt>
    <dgm:pt modelId="{98423C1F-FED8-4A17-889F-887C06E5F791}" type="pres">
      <dgm:prSet presAssocID="{30D0E6DE-71F2-4F24-9275-C5989F41284F}" presName="iconBgRect" presStyleLbl="bgShp" presStyleIdx="3" presStyleCnt="4"/>
      <dgm:spPr/>
    </dgm:pt>
    <dgm:pt modelId="{C37D2B54-D44D-4523-9F99-EC90C79A8D4C}" type="pres">
      <dgm:prSet presAssocID="{30D0E6DE-71F2-4F24-9275-C5989F4128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de"/>
        </a:ext>
      </dgm:extLst>
    </dgm:pt>
    <dgm:pt modelId="{465B6F14-E14C-45E0-B234-7E53205A842A}" type="pres">
      <dgm:prSet presAssocID="{30D0E6DE-71F2-4F24-9275-C5989F41284F}" presName="spaceRect" presStyleCnt="0"/>
      <dgm:spPr/>
    </dgm:pt>
    <dgm:pt modelId="{D15315B8-7B6E-47C5-A357-FA451133334C}" type="pres">
      <dgm:prSet presAssocID="{30D0E6DE-71F2-4F24-9275-C5989F4128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69B295C-4686-4875-92B9-AFB44F05ED59}" type="presOf" srcId="{D53169AA-CAB0-41A4-B1B1-A23ABD0C30FD}" destId="{32F0D6F7-A9C4-4502-A80B-59DC55EEB30B}" srcOrd="0" destOrd="0" presId="urn:microsoft.com/office/officeart/2018/2/layout/IconCircleList"/>
    <dgm:cxn modelId="{EC097E67-AFDB-48A8-A63C-EC874AE8B48D}" type="presOf" srcId="{98A29F22-39AB-466C-8969-4A4A4283DDED}" destId="{DF0EDDBB-EBEA-4F00-BE16-11D196969539}" srcOrd="0" destOrd="0" presId="urn:microsoft.com/office/officeart/2018/2/layout/IconCircleList"/>
    <dgm:cxn modelId="{373AEF90-7C7F-4A50-9472-FAEFAFB8C2F3}" srcId="{419D88FC-B0EB-4258-9072-C18BF5F7E564}" destId="{30D0E6DE-71F2-4F24-9275-C5989F41284F}" srcOrd="3" destOrd="0" parTransId="{79AA33C0-3D6A-48CC-A07A-59E45C72A07C}" sibTransId="{20EA0D78-0441-4E8D-82D9-B421500FFB3A}"/>
    <dgm:cxn modelId="{ECC937A5-2DEE-4C5D-A67C-2F2AC209FE54}" srcId="{419D88FC-B0EB-4258-9072-C18BF5F7E564}" destId="{98A29F22-39AB-466C-8969-4A4A4283DDED}" srcOrd="0" destOrd="0" parTransId="{543721CF-7F41-415C-8A8D-FFF21CED8C5E}" sibTransId="{D53169AA-CAB0-41A4-B1B1-A23ABD0C30FD}"/>
    <dgm:cxn modelId="{861D25AA-0B80-4A9F-9D55-6C5056A24838}" type="presOf" srcId="{2C6DC311-98E6-462A-B321-96EA3C50FBBF}" destId="{2525A0C3-1F56-472B-8E81-AB1410E124BF}" srcOrd="0" destOrd="0" presId="urn:microsoft.com/office/officeart/2018/2/layout/IconCircleList"/>
    <dgm:cxn modelId="{A8B8DAAE-DECA-4AD0-B141-CEEFF28883D7}" srcId="{419D88FC-B0EB-4258-9072-C18BF5F7E564}" destId="{80CB226E-9D95-4051-92DE-F86C3D8EBE93}" srcOrd="2" destOrd="0" parTransId="{6C4E8E79-03E3-4748-84B6-1226A15245C7}" sibTransId="{6B490EB0-FC25-4D20-9BB5-AC9434F81D6F}"/>
    <dgm:cxn modelId="{FE6B64AF-670C-43C7-8AC6-A463513C5D23}" type="presOf" srcId="{419D88FC-B0EB-4258-9072-C18BF5F7E564}" destId="{0247B64E-0A60-4E5F-A66E-9608D54AFA8F}" srcOrd="0" destOrd="0" presId="urn:microsoft.com/office/officeart/2018/2/layout/IconCircleList"/>
    <dgm:cxn modelId="{244247B8-539E-405A-A57F-50A9825DB3E1}" type="presOf" srcId="{73296C28-9BCE-41BE-AF4C-4D4A5EB64FB3}" destId="{7CCEB8DC-4CEE-429B-BB44-A22092B47DB1}" srcOrd="0" destOrd="0" presId="urn:microsoft.com/office/officeart/2018/2/layout/IconCircleList"/>
    <dgm:cxn modelId="{BA3396C0-F664-4602-86C8-899717B141F8}" type="presOf" srcId="{80CB226E-9D95-4051-92DE-F86C3D8EBE93}" destId="{A65E1F5B-7D11-4007-B94E-20AF242562E7}" srcOrd="0" destOrd="0" presId="urn:microsoft.com/office/officeart/2018/2/layout/IconCircleList"/>
    <dgm:cxn modelId="{1EDFBADA-A655-4BC6-B3A5-E38F039A645F}" type="presOf" srcId="{6B490EB0-FC25-4D20-9BB5-AC9434F81D6F}" destId="{305C18ED-666A-4128-9EC0-F5405B6139CF}" srcOrd="0" destOrd="0" presId="urn:microsoft.com/office/officeart/2018/2/layout/IconCircleList"/>
    <dgm:cxn modelId="{12E505EF-4EC8-486A-A741-AF75658850C4}" type="presOf" srcId="{30D0E6DE-71F2-4F24-9275-C5989F41284F}" destId="{D15315B8-7B6E-47C5-A357-FA451133334C}" srcOrd="0" destOrd="0" presId="urn:microsoft.com/office/officeart/2018/2/layout/IconCircleList"/>
    <dgm:cxn modelId="{8E2AD2F1-7E9E-451B-B0D5-A4DE41A3DBCF}" srcId="{419D88FC-B0EB-4258-9072-C18BF5F7E564}" destId="{2C6DC311-98E6-462A-B321-96EA3C50FBBF}" srcOrd="1" destOrd="0" parTransId="{EA03F68F-6872-4632-BA06-17CF9B0E59D7}" sibTransId="{73296C28-9BCE-41BE-AF4C-4D4A5EB64FB3}"/>
    <dgm:cxn modelId="{7DF8F76A-EA80-4530-A654-7F8339AA8849}" type="presParOf" srcId="{0247B64E-0A60-4E5F-A66E-9608D54AFA8F}" destId="{4CF8D2C3-11A2-45BB-AB06-99BAFCBBE723}" srcOrd="0" destOrd="0" presId="urn:microsoft.com/office/officeart/2018/2/layout/IconCircleList"/>
    <dgm:cxn modelId="{0C478C24-38A0-4AFF-812D-C32ABD51C495}" type="presParOf" srcId="{4CF8D2C3-11A2-45BB-AB06-99BAFCBBE723}" destId="{AA0CF4EC-431D-4C98-AEA5-E2CDB9D3F099}" srcOrd="0" destOrd="0" presId="urn:microsoft.com/office/officeart/2018/2/layout/IconCircleList"/>
    <dgm:cxn modelId="{C606FB7F-45F0-4118-B4C7-B7F75C135634}" type="presParOf" srcId="{AA0CF4EC-431D-4C98-AEA5-E2CDB9D3F099}" destId="{F1A4C82B-BC32-4353-B4B9-F139F56DB817}" srcOrd="0" destOrd="0" presId="urn:microsoft.com/office/officeart/2018/2/layout/IconCircleList"/>
    <dgm:cxn modelId="{E4C870B6-C294-4583-8331-8F8E87FC44BC}" type="presParOf" srcId="{AA0CF4EC-431D-4C98-AEA5-E2CDB9D3F099}" destId="{9C5463A3-DE6C-4BC8-9325-2718624BA7F2}" srcOrd="1" destOrd="0" presId="urn:microsoft.com/office/officeart/2018/2/layout/IconCircleList"/>
    <dgm:cxn modelId="{42BD81BE-21E0-4375-AA31-26772660DEF3}" type="presParOf" srcId="{AA0CF4EC-431D-4C98-AEA5-E2CDB9D3F099}" destId="{DF8A6512-B109-4483-A6B8-3B1B61302BDB}" srcOrd="2" destOrd="0" presId="urn:microsoft.com/office/officeart/2018/2/layout/IconCircleList"/>
    <dgm:cxn modelId="{55A4BD2B-152A-4E02-BF30-1705EA906D6D}" type="presParOf" srcId="{AA0CF4EC-431D-4C98-AEA5-E2CDB9D3F099}" destId="{DF0EDDBB-EBEA-4F00-BE16-11D196969539}" srcOrd="3" destOrd="0" presId="urn:microsoft.com/office/officeart/2018/2/layout/IconCircleList"/>
    <dgm:cxn modelId="{3D8E5437-3901-4FFF-947B-3A09864C9F17}" type="presParOf" srcId="{4CF8D2C3-11A2-45BB-AB06-99BAFCBBE723}" destId="{32F0D6F7-A9C4-4502-A80B-59DC55EEB30B}" srcOrd="1" destOrd="0" presId="urn:microsoft.com/office/officeart/2018/2/layout/IconCircleList"/>
    <dgm:cxn modelId="{B309C345-1193-4547-A115-4E2E8A9C5391}" type="presParOf" srcId="{4CF8D2C3-11A2-45BB-AB06-99BAFCBBE723}" destId="{5C22EBFB-977A-4DD5-9899-FFFB5A341F78}" srcOrd="2" destOrd="0" presId="urn:microsoft.com/office/officeart/2018/2/layout/IconCircleList"/>
    <dgm:cxn modelId="{C0F771CE-6F5B-41CC-93ED-1D91FA0A3EC4}" type="presParOf" srcId="{5C22EBFB-977A-4DD5-9899-FFFB5A341F78}" destId="{724BB11C-B6AB-4BDD-B78E-020DD16E7C0D}" srcOrd="0" destOrd="0" presId="urn:microsoft.com/office/officeart/2018/2/layout/IconCircleList"/>
    <dgm:cxn modelId="{B004AD4A-8BD5-420A-ADFB-800C6E6C5A05}" type="presParOf" srcId="{5C22EBFB-977A-4DD5-9899-FFFB5A341F78}" destId="{E9C5EBA9-C9E2-4949-85C2-FF43AD478180}" srcOrd="1" destOrd="0" presId="urn:microsoft.com/office/officeart/2018/2/layout/IconCircleList"/>
    <dgm:cxn modelId="{A047B82B-DB8C-4397-8C67-FB4A35F908E0}" type="presParOf" srcId="{5C22EBFB-977A-4DD5-9899-FFFB5A341F78}" destId="{186DBC2D-971D-4AC9-8188-173153D6C09D}" srcOrd="2" destOrd="0" presId="urn:microsoft.com/office/officeart/2018/2/layout/IconCircleList"/>
    <dgm:cxn modelId="{A367E0E2-64E2-4A37-8000-4044FD07F80A}" type="presParOf" srcId="{5C22EBFB-977A-4DD5-9899-FFFB5A341F78}" destId="{2525A0C3-1F56-472B-8E81-AB1410E124BF}" srcOrd="3" destOrd="0" presId="urn:microsoft.com/office/officeart/2018/2/layout/IconCircleList"/>
    <dgm:cxn modelId="{9B6E47B4-8F9C-4276-9503-F39097D5CB88}" type="presParOf" srcId="{4CF8D2C3-11A2-45BB-AB06-99BAFCBBE723}" destId="{7CCEB8DC-4CEE-429B-BB44-A22092B47DB1}" srcOrd="3" destOrd="0" presId="urn:microsoft.com/office/officeart/2018/2/layout/IconCircleList"/>
    <dgm:cxn modelId="{578BAC05-23A5-452E-8FA8-BAC3D03A074B}" type="presParOf" srcId="{4CF8D2C3-11A2-45BB-AB06-99BAFCBBE723}" destId="{2848E872-6636-4407-97CC-6DFC7064FE0E}" srcOrd="4" destOrd="0" presId="urn:microsoft.com/office/officeart/2018/2/layout/IconCircleList"/>
    <dgm:cxn modelId="{A369D86B-0FB7-4AC3-A332-A17D3AF33043}" type="presParOf" srcId="{2848E872-6636-4407-97CC-6DFC7064FE0E}" destId="{1FC13E98-9897-424C-AD14-7037B42E73D1}" srcOrd="0" destOrd="0" presId="urn:microsoft.com/office/officeart/2018/2/layout/IconCircleList"/>
    <dgm:cxn modelId="{A681A3AA-8381-4260-BA4A-5F3C874E8C2D}" type="presParOf" srcId="{2848E872-6636-4407-97CC-6DFC7064FE0E}" destId="{5DC4ACD7-1873-4CAC-B77A-3656CE508462}" srcOrd="1" destOrd="0" presId="urn:microsoft.com/office/officeart/2018/2/layout/IconCircleList"/>
    <dgm:cxn modelId="{FE6ACE63-E3F6-4A77-9C49-C4CC393DE04C}" type="presParOf" srcId="{2848E872-6636-4407-97CC-6DFC7064FE0E}" destId="{A2362C66-7665-49F9-AA18-BDC5ED1AABBE}" srcOrd="2" destOrd="0" presId="urn:microsoft.com/office/officeart/2018/2/layout/IconCircleList"/>
    <dgm:cxn modelId="{1F4A757F-3E80-47F7-A24F-044E5EF9F124}" type="presParOf" srcId="{2848E872-6636-4407-97CC-6DFC7064FE0E}" destId="{A65E1F5B-7D11-4007-B94E-20AF242562E7}" srcOrd="3" destOrd="0" presId="urn:microsoft.com/office/officeart/2018/2/layout/IconCircleList"/>
    <dgm:cxn modelId="{050A1901-87DB-44FD-8C33-E16F9FA6B998}" type="presParOf" srcId="{4CF8D2C3-11A2-45BB-AB06-99BAFCBBE723}" destId="{305C18ED-666A-4128-9EC0-F5405B6139CF}" srcOrd="5" destOrd="0" presId="urn:microsoft.com/office/officeart/2018/2/layout/IconCircleList"/>
    <dgm:cxn modelId="{EDEBAC7F-B162-4467-B83C-6AE654D0E5A0}" type="presParOf" srcId="{4CF8D2C3-11A2-45BB-AB06-99BAFCBBE723}" destId="{467686B8-D889-486A-8B1F-9222F6539D41}" srcOrd="6" destOrd="0" presId="urn:microsoft.com/office/officeart/2018/2/layout/IconCircleList"/>
    <dgm:cxn modelId="{0DFC9BA9-CBE1-4942-9B51-4CF01DB765CA}" type="presParOf" srcId="{467686B8-D889-486A-8B1F-9222F6539D41}" destId="{98423C1F-FED8-4A17-889F-887C06E5F791}" srcOrd="0" destOrd="0" presId="urn:microsoft.com/office/officeart/2018/2/layout/IconCircleList"/>
    <dgm:cxn modelId="{DC1E314D-3100-43C0-ACAF-F1A426A540B0}" type="presParOf" srcId="{467686B8-D889-486A-8B1F-9222F6539D41}" destId="{C37D2B54-D44D-4523-9F99-EC90C79A8D4C}" srcOrd="1" destOrd="0" presId="urn:microsoft.com/office/officeart/2018/2/layout/IconCircleList"/>
    <dgm:cxn modelId="{680617C3-4446-44DD-80E3-B812D49318C5}" type="presParOf" srcId="{467686B8-D889-486A-8B1F-9222F6539D41}" destId="{465B6F14-E14C-45E0-B234-7E53205A842A}" srcOrd="2" destOrd="0" presId="urn:microsoft.com/office/officeart/2018/2/layout/IconCircleList"/>
    <dgm:cxn modelId="{A40AB480-F946-4127-A21D-D11DE296F153}" type="presParOf" srcId="{467686B8-D889-486A-8B1F-9222F6539D41}" destId="{D15315B8-7B6E-47C5-A357-FA451133334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769AE-850C-4509-BAE3-A8F091EED87F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9F1AC-5FF4-43FE-BD65-2A2A3DEC4C96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Observação contínua da performance</a:t>
          </a:r>
        </a:p>
      </dsp:txBody>
      <dsp:txXfrm>
        <a:off x="283960" y="1066136"/>
        <a:ext cx="2107770" cy="1308711"/>
      </dsp:txXfrm>
    </dsp:sp>
    <dsp:sp modelId="{FBEF5BB4-8908-432C-9BD9-43603E5F5DD6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685B9-5FA9-47E7-B2D4-1F8C64C23500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Coleta de métricas e análise</a:t>
          </a:r>
        </a:p>
      </dsp:txBody>
      <dsp:txXfrm>
        <a:off x="2959652" y="1066136"/>
        <a:ext cx="2107770" cy="1308711"/>
      </dsp:txXfrm>
    </dsp:sp>
    <dsp:sp modelId="{370D9FC1-42D6-45C0-948A-959AE655A1F6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0347B-55A9-4414-BD82-634EACFBBF4B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Garantia de disponibilidade e eficiência</a:t>
          </a:r>
        </a:p>
      </dsp:txBody>
      <dsp:txXfrm>
        <a:off x="5635343" y="1066136"/>
        <a:ext cx="2107770" cy="13087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6028E0-49B0-4F1F-B366-B8BCAB416037}">
      <dsp:nvSpPr>
        <dsp:cNvPr id="0" name=""/>
        <dsp:cNvSpPr/>
      </dsp:nvSpPr>
      <dsp:spPr>
        <a:xfrm>
          <a:off x="95060" y="807929"/>
          <a:ext cx="990787" cy="9907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42634F-EEBD-41C7-9C3E-996DFA52D4CA}">
      <dsp:nvSpPr>
        <dsp:cNvPr id="0" name=""/>
        <dsp:cNvSpPr/>
      </dsp:nvSpPr>
      <dsp:spPr>
        <a:xfrm>
          <a:off x="303125" y="1015994"/>
          <a:ext cx="574656" cy="5746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25B7C-66D2-491F-9E1C-C2B5C8E23381}">
      <dsp:nvSpPr>
        <dsp:cNvPr id="0" name=""/>
        <dsp:cNvSpPr/>
      </dsp:nvSpPr>
      <dsp:spPr>
        <a:xfrm>
          <a:off x="1298158" y="807929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Prevenir indisponibilidade</a:t>
          </a:r>
        </a:p>
      </dsp:txBody>
      <dsp:txXfrm>
        <a:off x="1298158" y="807929"/>
        <a:ext cx="2335426" cy="990787"/>
      </dsp:txXfrm>
    </dsp:sp>
    <dsp:sp modelId="{5BD00B59-30A7-45CB-B48A-C5DE3CAB4E86}">
      <dsp:nvSpPr>
        <dsp:cNvPr id="0" name=""/>
        <dsp:cNvSpPr/>
      </dsp:nvSpPr>
      <dsp:spPr>
        <a:xfrm>
          <a:off x="4040516" y="807929"/>
          <a:ext cx="990787" cy="9907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15ACB-373B-40EE-89E9-70698D6A8C54}">
      <dsp:nvSpPr>
        <dsp:cNvPr id="0" name=""/>
        <dsp:cNvSpPr/>
      </dsp:nvSpPr>
      <dsp:spPr>
        <a:xfrm>
          <a:off x="4248581" y="1015994"/>
          <a:ext cx="574656" cy="5746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635EC-B7A1-4B82-9848-C474D6CBBC18}">
      <dsp:nvSpPr>
        <dsp:cNvPr id="0" name=""/>
        <dsp:cNvSpPr/>
      </dsp:nvSpPr>
      <dsp:spPr>
        <a:xfrm>
          <a:off x="5243614" y="807929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Otimizar recursos</a:t>
          </a:r>
        </a:p>
      </dsp:txBody>
      <dsp:txXfrm>
        <a:off x="5243614" y="807929"/>
        <a:ext cx="2335426" cy="990787"/>
      </dsp:txXfrm>
    </dsp:sp>
    <dsp:sp modelId="{F6C0DE7F-B3F0-4D24-91D4-DEF271E7096C}">
      <dsp:nvSpPr>
        <dsp:cNvPr id="0" name=""/>
        <dsp:cNvSpPr/>
      </dsp:nvSpPr>
      <dsp:spPr>
        <a:xfrm>
          <a:off x="95060" y="2535539"/>
          <a:ext cx="990787" cy="9907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FE61A-740C-4B77-922A-CF8A78604EA6}">
      <dsp:nvSpPr>
        <dsp:cNvPr id="0" name=""/>
        <dsp:cNvSpPr/>
      </dsp:nvSpPr>
      <dsp:spPr>
        <a:xfrm>
          <a:off x="303125" y="2743605"/>
          <a:ext cx="574656" cy="5746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12E7CE-0ED9-4EDD-8E57-2E6C87C22D50}">
      <dsp:nvSpPr>
        <dsp:cNvPr id="0" name=""/>
        <dsp:cNvSpPr/>
      </dsp:nvSpPr>
      <dsp:spPr>
        <a:xfrm>
          <a:off x="1298158" y="2535539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Identificar gargalos</a:t>
          </a:r>
        </a:p>
      </dsp:txBody>
      <dsp:txXfrm>
        <a:off x="1298158" y="2535539"/>
        <a:ext cx="2335426" cy="990787"/>
      </dsp:txXfrm>
    </dsp:sp>
    <dsp:sp modelId="{BEBA2A10-88A5-4D2D-BD4D-81D3E02EA47B}">
      <dsp:nvSpPr>
        <dsp:cNvPr id="0" name=""/>
        <dsp:cNvSpPr/>
      </dsp:nvSpPr>
      <dsp:spPr>
        <a:xfrm>
          <a:off x="4040516" y="2535539"/>
          <a:ext cx="990787" cy="99078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3CA2CB-F824-453B-A912-7728780750B4}">
      <dsp:nvSpPr>
        <dsp:cNvPr id="0" name=""/>
        <dsp:cNvSpPr/>
      </dsp:nvSpPr>
      <dsp:spPr>
        <a:xfrm>
          <a:off x="4248581" y="2743605"/>
          <a:ext cx="574656" cy="5746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DEF6C-7756-4F99-8594-750404A02C52}">
      <dsp:nvSpPr>
        <dsp:cNvPr id="0" name=""/>
        <dsp:cNvSpPr/>
      </dsp:nvSpPr>
      <dsp:spPr>
        <a:xfrm>
          <a:off x="5243614" y="2535539"/>
          <a:ext cx="2335426" cy="9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Cumprir SLAs</a:t>
          </a:r>
        </a:p>
      </dsp:txBody>
      <dsp:txXfrm>
        <a:off x="5243614" y="2535539"/>
        <a:ext cx="2335426" cy="990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BC597-C1BE-48DA-9671-8DA56AF649C2}">
      <dsp:nvSpPr>
        <dsp:cNvPr id="0" name=""/>
        <dsp:cNvSpPr/>
      </dsp:nvSpPr>
      <dsp:spPr>
        <a:xfrm>
          <a:off x="530099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4C6E8-8A28-4D5F-838F-2F4687CB697E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4324F-C017-46A7-BF3B-7173CBB91F5D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SLA: Acordo de Nível de Serviço</a:t>
          </a:r>
        </a:p>
      </dsp:txBody>
      <dsp:txXfrm>
        <a:off x="80381" y="2738169"/>
        <a:ext cx="2306250" cy="720000"/>
      </dsp:txXfrm>
    </dsp:sp>
    <dsp:sp modelId="{90854B80-6C49-43D8-B297-1667332AF7E8}">
      <dsp:nvSpPr>
        <dsp:cNvPr id="0" name=""/>
        <dsp:cNvSpPr/>
      </dsp:nvSpPr>
      <dsp:spPr>
        <a:xfrm>
          <a:off x="3239943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99C1F-9996-4BA4-97BF-AA4EFBDEA026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69A0E-8452-447E-B24D-2CEAFD03E13B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Define tempo de resposta e disponibilidade</a:t>
          </a:r>
        </a:p>
      </dsp:txBody>
      <dsp:txXfrm>
        <a:off x="2790224" y="2738169"/>
        <a:ext cx="2306250" cy="720000"/>
      </dsp:txXfrm>
    </dsp:sp>
    <dsp:sp modelId="{4CB2B4EC-FFFB-43FA-9EBD-2371428812F3}">
      <dsp:nvSpPr>
        <dsp:cNvPr id="0" name=""/>
        <dsp:cNvSpPr/>
      </dsp:nvSpPr>
      <dsp:spPr>
        <a:xfrm>
          <a:off x="5949787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28F35-14DE-42DA-AA7E-B5809943DC4F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B6C44-98AE-42B9-B82E-1C6E582A81F4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Exemplo: Sistema disponível 99,9% do tempo</a:t>
          </a:r>
        </a:p>
      </dsp:txBody>
      <dsp:txXfrm>
        <a:off x="5500068" y="2738169"/>
        <a:ext cx="23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4C82B-BC32-4353-B4B9-F139F56DB817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463A3-DE6C-4BC8-9325-2718624BA7F2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EDDBB-EBEA-4F00-BE16-11D196969539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Consultas mal estruturadas</a:t>
          </a:r>
        </a:p>
      </dsp:txBody>
      <dsp:txXfrm>
        <a:off x="1340173" y="795493"/>
        <a:ext cx="2552269" cy="1082781"/>
      </dsp:txXfrm>
    </dsp:sp>
    <dsp:sp modelId="{724BB11C-B6AB-4BDD-B78E-020DD16E7C0D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C5EBA9-C9E2-4949-85C2-FF43AD478180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5A0C3-1F56-472B-8E81-AB1410E124BF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Falta de índices</a:t>
          </a:r>
        </a:p>
      </dsp:txBody>
      <dsp:txXfrm>
        <a:off x="5651962" y="795493"/>
        <a:ext cx="2552269" cy="1082781"/>
      </dsp:txXfrm>
    </dsp:sp>
    <dsp:sp modelId="{1FC13E98-9897-424C-AD14-7037B42E73D1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4ACD7-1873-4CAC-B77A-3656CE508462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E1F5B-7D11-4007-B94E-20AF242562E7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Recursos insuficientes</a:t>
          </a:r>
        </a:p>
      </dsp:txBody>
      <dsp:txXfrm>
        <a:off x="1340173" y="2647688"/>
        <a:ext cx="2552269" cy="1082781"/>
      </dsp:txXfrm>
    </dsp:sp>
    <dsp:sp modelId="{98423C1F-FED8-4A17-889F-887C06E5F791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7D2B54-D44D-4523-9F99-EC90C79A8D4C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315B8-7B6E-47C5-A357-FA451133334C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Conexões excessivas</a:t>
          </a:r>
        </a:p>
      </dsp:txBody>
      <dsp:txXfrm>
        <a:off x="5651962" y="2647688"/>
        <a:ext cx="2552269" cy="10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197" y="841664"/>
            <a:ext cx="3979079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u="sng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UC2: </a:t>
            </a:r>
            <a:r>
              <a:rPr lang="pt-BR" sz="4000" u="sng" dirty="0"/>
              <a:t>Realizar o monitoramento do uso e desempenho dos sistemas de banco de dados</a:t>
            </a:r>
            <a:endParaRPr lang="en-US" sz="4200" u="sng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6507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Aula 01 – </a:t>
            </a:r>
            <a:r>
              <a:rPr lang="en-US" sz="24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Introdução</a:t>
            </a: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ao</a:t>
            </a: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Monitoramento</a:t>
            </a: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 Banco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EA8FAA-5857-2DC9-C916-9770D8AED16C}"/>
              </a:ext>
            </a:extLst>
          </p:cNvPr>
          <p:cNvSpPr txBox="1"/>
          <p:nvPr/>
        </p:nvSpPr>
        <p:spPr>
          <a:xfrm>
            <a:off x="6467731" y="5608320"/>
            <a:ext cx="1884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/>
                </a:solidFill>
              </a:rPr>
              <a:t>Prof. Celso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pt-BR" sz="4200"/>
              <a:t>O que é monitorar um banco de dados?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C77808-50F9-68DB-0B23-F9CC21EFB2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924348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pt-BR" sz="3500"/>
              <a:t>Por que monitorar?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19025F-43D0-C4E4-9DF2-C2830EE123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152453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Conceito de SLA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7B21AB-A6AB-577A-68B3-9FF9295EE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35117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O que são KPIs de Banco de Dados?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KPIs: Indicadores-</a:t>
            </a:r>
            <a:r>
              <a:rPr dirty="0" err="1"/>
              <a:t>chave</a:t>
            </a:r>
            <a:r>
              <a:rPr dirty="0"/>
              <a:t> de performance</a:t>
            </a:r>
          </a:p>
          <a:p>
            <a:pPr marL="0" indent="0">
              <a:buNone/>
            </a:pPr>
            <a:r>
              <a:rPr dirty="0"/>
              <a:t>• Tempo de </a:t>
            </a:r>
            <a:r>
              <a:rPr dirty="0" err="1"/>
              <a:t>resposta</a:t>
            </a:r>
            <a:endParaRPr dirty="0"/>
          </a:p>
          <a:p>
            <a:pPr marL="0" indent="0">
              <a:buNone/>
            </a:pPr>
            <a:r>
              <a:rPr dirty="0"/>
              <a:t>• Uso de CPU e </a:t>
            </a:r>
            <a:r>
              <a:rPr dirty="0" err="1"/>
              <a:t>memória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Conexões</a:t>
            </a:r>
            <a:r>
              <a:rPr dirty="0"/>
              <a:t> </a:t>
            </a:r>
            <a:r>
              <a:rPr dirty="0" err="1"/>
              <a:t>simultâneas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Espaço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disco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Principais Gargalos de Banco de Dados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59EC67-6E94-33F6-8DDF-D2CB202793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pt-BR" sz="3500"/>
              <a:t>Estudo de Caso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700" dirty="0"/>
              <a:t>Sistema web lento com quedas esporádicas.</a:t>
            </a:r>
          </a:p>
          <a:p>
            <a:pPr marL="0" indent="0">
              <a:buNone/>
            </a:pPr>
            <a:r>
              <a:rPr lang="pt-BR" sz="1700" dirty="0"/>
              <a:t>• Quais informações buscar?</a:t>
            </a:r>
          </a:p>
          <a:p>
            <a:pPr marL="0" indent="0">
              <a:buNone/>
            </a:pPr>
            <a:r>
              <a:rPr lang="pt-BR" sz="1700" dirty="0"/>
              <a:t>• Quais indicadores monitorar?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224DA-8FE2-B3CC-02C1-8FA6CB5342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91" b="-445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pt-BR" sz="3500"/>
              <a:t>Atividade Prática (Em Grupo)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pt-BR" sz="1700"/>
              <a:t>• Analisar cenários de problema em grupo.</a:t>
            </a:r>
          </a:p>
          <a:p>
            <a:r>
              <a:rPr lang="pt-BR" sz="1700"/>
              <a:t>• Listar métricas a monitorar.</a:t>
            </a:r>
          </a:p>
          <a:p>
            <a:r>
              <a:rPr lang="pt-BR" sz="1700"/>
              <a:t>• Apresentar a investigação inicial.</a:t>
            </a:r>
          </a:p>
        </p:txBody>
      </p:sp>
      <p:pic>
        <p:nvPicPr>
          <p:cNvPr id="5" name="Picture 4" descr="Lupa mostrando declínio de desempenho">
            <a:extLst>
              <a:ext uri="{FF2B5EF4-FFF2-40B4-BE49-F238E27FC236}">
                <a16:creationId xmlns:a16="http://schemas.microsoft.com/office/drawing/2014/main" id="{5866F6D2-A888-2501-5176-8AAF3DC5D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9" r="45843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611573A3B02F4AA65BD9250F7B61D3" ma:contentTypeVersion="3" ma:contentTypeDescription="Crie um novo documento." ma:contentTypeScope="" ma:versionID="f1d6d34c180a68ae72819c40e993c268">
  <xsd:schema xmlns:xsd="http://www.w3.org/2001/XMLSchema" xmlns:xs="http://www.w3.org/2001/XMLSchema" xmlns:p="http://schemas.microsoft.com/office/2006/metadata/properties" xmlns:ns2="f74c2887-6b51-4c2d-b9b9-9685c51b7bec" targetNamespace="http://schemas.microsoft.com/office/2006/metadata/properties" ma:root="true" ma:fieldsID="1f249f7814d688ce95473c3a35a45139" ns2:_="">
    <xsd:import namespace="f74c2887-6b51-4c2d-b9b9-9685c51b7b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4c2887-6b51-4c2d-b9b9-9685c51b7b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CC69462-868F-4240-B384-0EE6A1B0EE2F}"/>
</file>

<file path=customXml/itemProps2.xml><?xml version="1.0" encoding="utf-8"?>
<ds:datastoreItem xmlns:ds="http://schemas.openxmlformats.org/officeDocument/2006/customXml" ds:itemID="{377DC36F-79EA-4000-92F5-E35EB348C248}"/>
</file>

<file path=customXml/itemProps3.xml><?xml version="1.0" encoding="utf-8"?>
<ds:datastoreItem xmlns:ds="http://schemas.openxmlformats.org/officeDocument/2006/customXml" ds:itemID="{F37D55EA-889D-47BC-9A13-8C0CA296FDB4}"/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196</Words>
  <Application>Microsoft Office PowerPoint</Application>
  <PresentationFormat>Apresentação na tela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UC2: Realizar o monitoramento do uso e desempenho dos sistemas de banco de dados</vt:lpstr>
      <vt:lpstr>O que é monitorar um banco de dados?</vt:lpstr>
      <vt:lpstr>Por que monitorar?</vt:lpstr>
      <vt:lpstr>Conceito de SLA</vt:lpstr>
      <vt:lpstr>O que são KPIs de Banco de Dados?</vt:lpstr>
      <vt:lpstr>Principais Gargalos de Banco de Dados</vt:lpstr>
      <vt:lpstr>Estudo de Caso Inicial</vt:lpstr>
      <vt:lpstr>Atividade Prática (Em Grupo)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CELSO LUIS CALDEIRA</cp:lastModifiedBy>
  <cp:revision>4</cp:revision>
  <dcterms:created xsi:type="dcterms:W3CDTF">2013-01-27T09:14:16Z</dcterms:created>
  <dcterms:modified xsi:type="dcterms:W3CDTF">2025-06-11T20:23:27Z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0x0101001C611573A3B02F4AA65BD9250F7B61D3</vt:lpwstr>
  </property>
</Properties>
</file>