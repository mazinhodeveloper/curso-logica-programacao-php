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MySQL Tuning - Introdução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Definição de tuning</a:t>
            </a:r>
          </a:p>
          <a:p>
            <a:r>
              <a:t>Importância para desempenho</a:t>
            </a:r>
          </a:p>
          <a:p>
            <a:r>
              <a:t>Principais gargalos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Arquitetura MySQL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 Layer</a:t>
            </a:r>
          </a:p>
          <a:p>
            <a:r>
              <a:t>Storage Engines</a:t>
            </a:r>
          </a:p>
          <a:p>
            <a:r>
              <a:t>InnoDB</a:t>
            </a:r>
          </a:p>
          <a:p>
            <a:r>
              <a:t>MyISAM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Ferramentas de Monitoramento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 STATUS</a:t>
            </a:r>
          </a:p>
          <a:p>
            <a:r>
              <a:t>SHOW PROCESSLIST</a:t>
            </a:r>
          </a:p>
          <a:p>
            <a:r>
              <a:t>Performance Schema</a:t>
            </a:r>
          </a:p>
          <a:p>
            <a:r>
              <a:t>sys schema</a:t>
            </a:r>
          </a:p>
          <a:p>
            <a:r>
              <a:t>Percona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Configurações Essenciais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innodb_buffer_pool_size</a:t>
            </a:r>
          </a:p>
          <a:p>
            <a:r>
              <a:t>query_cache_size</a:t>
            </a:r>
          </a:p>
          <a:p>
            <a:r>
              <a:t>max_connections</a:t>
            </a:r>
          </a:p>
          <a:p>
            <a:r>
              <a:t>sort_buffer_size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Indexação e Otimização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Índices BTREE, HASH, FULLTEXT</a:t>
            </a:r>
          </a:p>
          <a:p>
            <a:r>
              <a:t>EXPLAIN</a:t>
            </a:r>
          </a:p>
          <a:p>
            <a:r>
              <a:t>Otimização de SELECT</a:t>
            </a:r>
          </a:p>
          <a:p>
            <a:r>
              <a:t>Uso correto de JOINS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Estratégias de Cache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Query Cache</a:t>
            </a:r>
          </a:p>
          <a:p>
            <a:r>
              <a:t>Cache na aplicação</a:t>
            </a:r>
          </a:p>
          <a:p>
            <a:r>
              <a:t>Redis/Memcached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Particionamento e Sharding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Particionamento RANGE, LIST, HASH</a:t>
            </a:r>
          </a:p>
          <a:p>
            <a:r>
              <a:t>Sharding horizontal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Replicação e Alta Disponibilidade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Master-Slave</a:t>
            </a:r>
          </a:p>
          <a:p>
            <a:r>
              <a:t>Master-Master</a:t>
            </a:r>
          </a:p>
          <a:p>
            <a:r>
              <a:t>GTID</a:t>
            </a:r>
          </a:p>
          <a:p>
            <a:r>
              <a:t>ProxySQL</a:t>
            </a:r>
          </a:p>
          <a:p>
            <a:r>
              <a:t>Galera Cluster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 e Recuperação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mysqldump</a:t>
            </a:r>
          </a:p>
          <a:p>
            <a:r>
              <a:t>Percona XtraBackup</a:t>
            </a:r>
          </a:p>
          <a:p>
            <a:r>
              <a:t>MySQL Enterprise Backup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Boas Práticas de Desenvolvimento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Uso de transactions</a:t>
            </a:r>
          </a:p>
          <a:p>
            <a:r>
              <a:t>Normalização vs Desnormalização</a:t>
            </a:r>
          </a:p>
          <a:p>
            <a:r>
              <a:t>Procedures, Views, Triggers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Exercícios e Estudos de Caso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Ajuste de queries</a:t>
            </a:r>
          </a:p>
          <a:p>
            <a:r>
              <a:t>Parâmetros em ambiente de teste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C611573A3B02F4AA65BD9250F7B61D3" ma:contentTypeVersion="3" ma:contentTypeDescription="Crie um novo documento." ma:contentTypeScope="" ma:versionID="f1d6d34c180a68ae72819c40e993c268">
  <xsd:schema xmlns:xsd="http://www.w3.org/2001/XMLSchema" xmlns:xs="http://www.w3.org/2001/XMLSchema" xmlns:p="http://schemas.microsoft.com/office/2006/metadata/properties" xmlns:ns2="f74c2887-6b51-4c2d-b9b9-9685c51b7bec" targetNamespace="http://schemas.microsoft.com/office/2006/metadata/properties" ma:root="true" ma:fieldsID="1f249f7814d688ce95473c3a35a45139" ns2:_="">
    <xsd:import namespace="f74c2887-6b51-4c2d-b9b9-9685c51b7be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4c2887-6b51-4c2d-b9b9-9685c51b7b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8FF61FB-F9A0-4639-AF66-F3CADB56EBE6}"/>
</file>

<file path=customXml/itemProps2.xml><?xml version="1.0" encoding="utf-8"?>
<ds:datastoreItem xmlns:ds="http://schemas.openxmlformats.org/officeDocument/2006/customXml" ds:itemID="{7232005C-B687-4D38-96B0-F259850A7B08}"/>
</file>

<file path=customXml/itemProps3.xml><?xml version="1.0" encoding="utf-8"?>
<ds:datastoreItem xmlns:ds="http://schemas.openxmlformats.org/officeDocument/2006/customXml" ds:itemID="{1AF19114-887B-45C9-AC12-2FF8A37AFCD5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141</Words>
  <Application>Microsoft Office PowerPoint</Application>
  <PresentationFormat>Apresentação na tela (4:3)</PresentationFormat>
  <Paragraphs>49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MySQL Tuning - Introdução</vt:lpstr>
      <vt:lpstr>Arquitetura MySQL</vt:lpstr>
      <vt:lpstr>Ferramentas de Monitoramento</vt:lpstr>
      <vt:lpstr>Configurações Essenciais</vt:lpstr>
      <vt:lpstr>Indexação e Otimização</vt:lpstr>
      <vt:lpstr>Estratégias de Cache</vt:lpstr>
      <vt:lpstr>Particionamento e Sharding</vt:lpstr>
      <vt:lpstr>Replicação e Alta Disponibilidade</vt:lpstr>
      <vt:lpstr>Backup e Recuperação</vt:lpstr>
      <vt:lpstr>Boas Práticas de Desenvolvimento</vt:lpstr>
      <vt:lpstr>Exercícios e Estudos de Caso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celso luis caldeira</dc:creator>
  <cp:keywords/>
  <dc:description>generated using python-pptx</dc:description>
  <cp:lastModifiedBy>celso luis caldeira</cp:lastModifiedBy>
  <cp:revision>1</cp:revision>
  <dcterms:created xsi:type="dcterms:W3CDTF">2013-01-27T09:14:16Z</dcterms:created>
  <dcterms:modified xsi:type="dcterms:W3CDTF">2025-09-24T12:08:59Z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0x0101001C611573A3B02F4AA65BD9250F7B61D3</vt:lpwstr>
  </property>
</Properties>
</file>