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50" d="100"/>
          <a:sy n="50" d="100"/>
        </p:scale>
        <p:origin x="10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69378-FC7C-93AB-974C-A8EEED861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7CCBF2-233B-E995-2BD6-67316A7B7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A54041-FB6E-8679-0CC9-485FDC558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A34CEA-6771-BA9D-90A2-05F5670D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C19130-8812-E17A-EB14-6B7FB516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23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B98BC-83D0-B3F0-FCE2-083AE32E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A7AD8-3BED-86F6-9E15-2B95779EB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C73D43-BBCA-3DFE-CA72-90F2C43F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1588C8-AF07-7547-0B31-24B0C86B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DC82E7-B4BF-F846-D3B9-52BF5C1B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84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61EA6-319A-478D-E102-8FE93491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A034E2-E917-4F32-453A-0D215073E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71A98-2BF1-956E-003C-6B224698D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2C7A6D-860E-FA5B-5A49-51AF277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B8127C-8F91-F70C-D0F2-B447C415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53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A2713-2356-ABFE-64D8-566D8641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08B521-8FE5-57CD-8302-9BBB66134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48D11B-DD54-3326-FD14-0043EEF76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1B0F9-D1A1-4CC4-5044-7E323E17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A9C6B5-0B85-A4EE-E82D-95C5BE79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A93233-F3B8-5F1C-FA70-F0657764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88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71436-21B5-B56B-2B1D-6DCFB645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09C381-7B8E-F1F2-7EF2-0B6C3F2A8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725CED-D8C1-B478-087F-579B5C508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4CB39CE-2129-6ECA-A6CE-ECFFD3900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5ECCD8-F00A-8F9A-01B0-FFFDE3802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E535C1-CB5F-8935-D86D-F8A0C6D1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0FA8D1-59D5-DCE4-73A4-CF9965C2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7A6FADB-6B6B-0C99-1CD7-97976969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90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66708-0344-D0B1-9435-AB19EF0F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5A3C9F-6664-20DC-1883-8D4D6E25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AFF80D-740E-659F-BF9B-E42E39407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EC0313-278B-E9A0-3C05-1DE89144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8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C7D2C8-2C16-E287-A41E-23DB57D3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09488AE-0BF0-4D8C-98EB-B4CBCF9D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B722ED-4D44-68AF-AB3B-5BADD2ED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33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87D3C-4E1C-7F29-80C9-974DC3669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DD242B-5E68-0F9E-507D-DAAFB2F45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273AD1-8CF3-027F-9E98-E89C3DDB1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6F62B3-D21F-FB79-CDBE-FE31160A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53D37E-34D7-0C1B-D604-D35E2269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0F5B50-26AC-B2D6-3F97-C29773F5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13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7113E-604E-07CF-19C8-2B58DDA8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EC092E-E147-A439-73A7-BBBC6A17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282EBA-E5AB-0588-CEE0-92281089C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949CAB-7D9D-6ABE-CBF6-398538B7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DF63F5-1635-DBE0-FA0A-B6AE764F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74B4E8-8EB9-4EE7-48A5-E60EABAD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20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F4C58-A509-A2CE-012A-D89B6AB0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D51F08-510E-B7EA-5848-2CE8664FA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4A45AD-B975-3328-EEA5-A34AE207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902E36-F38D-557D-A005-99D625AA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B55222-57E8-4DB6-598B-11E28B25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6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64CAE4-E2C6-368A-8665-1279EEB16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B7C8B1-1080-8232-10D7-81D741AB3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39EC7C-D3E6-54AB-3013-26F4C84B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BB74C6-7281-77AE-FB2F-0D95E5BC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59E9F2-5125-2FDF-AA54-52F7C0B1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71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1C3470-15DF-6983-5678-2EB3F642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CBF524-9469-E1DA-504E-E98E464FC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06EC3-629E-B432-A930-4277B661B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1E3F3-712F-4708-B5DA-ED47085A71C8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E505AC-F8E4-5F36-CC3B-7D5725E03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BF37B5-BE4D-A879-F815-40CEE29A3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7411C-CCE5-4332-A5B8-349EC93855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0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92F66CB-B125-1C7B-3430-58785A71E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548771"/>
              </p:ext>
            </p:extLst>
          </p:nvPr>
        </p:nvGraphicFramePr>
        <p:xfrm>
          <a:off x="721360" y="546946"/>
          <a:ext cx="308864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355303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COMANDOS BÁSICOS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SELECT - CONSULTA</a:t>
                      </a:r>
                    </a:p>
                    <a:p>
                      <a:r>
                        <a:rPr lang="pt-BR" dirty="0"/>
                        <a:t>INSERT INTO - INCLUSÃO</a:t>
                      </a:r>
                    </a:p>
                    <a:p>
                      <a:r>
                        <a:rPr lang="pt-BR" dirty="0"/>
                        <a:t>UPDATE - ALTERAÇÃO</a:t>
                      </a:r>
                    </a:p>
                    <a:p>
                      <a:r>
                        <a:rPr lang="pt-BR" dirty="0"/>
                        <a:t>DELETE - EXCLUSÃO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4567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B67F978-E054-6DCC-E08D-1F3E06976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80312"/>
              </p:ext>
            </p:extLst>
          </p:nvPr>
        </p:nvGraphicFramePr>
        <p:xfrm>
          <a:off x="4511040" y="546946"/>
          <a:ext cx="3088640" cy="1559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355303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FILTRANDO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WHERE – AND, OR, NOT</a:t>
                      </a:r>
                    </a:p>
                    <a:p>
                      <a:r>
                        <a:rPr lang="pt-BR" dirty="0"/>
                        <a:t>IN</a:t>
                      </a:r>
                    </a:p>
                    <a:p>
                      <a:r>
                        <a:rPr lang="pt-BR" dirty="0"/>
                        <a:t>BETWEEN</a:t>
                      </a:r>
                    </a:p>
                    <a:p>
                      <a:r>
                        <a:rPr lang="pt-BR" dirty="0"/>
                        <a:t>IS 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456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505E909-5250-6A49-D633-6C437D7ED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648"/>
              </p:ext>
            </p:extLst>
          </p:nvPr>
        </p:nvGraphicFramePr>
        <p:xfrm>
          <a:off x="8188960" y="546946"/>
          <a:ext cx="3088640" cy="1010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355303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ORDENAÇÃO E LIMITAÇÃO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ORDER BY (ASC / DESC)</a:t>
                      </a:r>
                    </a:p>
                    <a:p>
                      <a:r>
                        <a:rPr lang="pt-BR" dirty="0"/>
                        <a:t>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4567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DB31C55-28C9-D388-10FC-2C54357A6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267279"/>
              </p:ext>
            </p:extLst>
          </p:nvPr>
        </p:nvGraphicFramePr>
        <p:xfrm>
          <a:off x="792480" y="2589106"/>
          <a:ext cx="3088640" cy="2108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355303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AGREGAÇÕES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COUNT</a:t>
                      </a:r>
                    </a:p>
                    <a:p>
                      <a:r>
                        <a:rPr lang="pt-BR" dirty="0"/>
                        <a:t>AVG</a:t>
                      </a:r>
                    </a:p>
                    <a:p>
                      <a:r>
                        <a:rPr lang="pt-BR" dirty="0"/>
                        <a:t>HAVING</a:t>
                      </a:r>
                    </a:p>
                    <a:p>
                      <a:r>
                        <a:rPr lang="pt-BR" dirty="0"/>
                        <a:t>SUM</a:t>
                      </a:r>
                    </a:p>
                    <a:p>
                      <a:r>
                        <a:rPr lang="pt-BR" dirty="0"/>
                        <a:t>GROUP BY</a:t>
                      </a:r>
                    </a:p>
                    <a:p>
                      <a:r>
                        <a:rPr lang="pt-BR" dirty="0"/>
                        <a:t>FULJOIN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4567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FB7CE4E-4F0F-B75C-82A0-D97A1A281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51766"/>
              </p:ext>
            </p:extLst>
          </p:nvPr>
        </p:nvGraphicFramePr>
        <p:xfrm>
          <a:off x="4582160" y="2589106"/>
          <a:ext cx="3088640" cy="15595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355303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JOINS (JUNÇÕES)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INNER JOIN</a:t>
                      </a:r>
                    </a:p>
                    <a:p>
                      <a:r>
                        <a:rPr lang="pt-BR" dirty="0"/>
                        <a:t>LEFT JOIN</a:t>
                      </a:r>
                    </a:p>
                    <a:p>
                      <a:r>
                        <a:rPr lang="pt-BR" dirty="0"/>
                        <a:t>RIGHT JOIN</a:t>
                      </a:r>
                    </a:p>
                    <a:p>
                      <a:r>
                        <a:rPr lang="pt-BR" dirty="0"/>
                        <a:t>FULL JOIN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4567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40DB692-0DF6-6179-953C-01653B234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872714"/>
              </p:ext>
            </p:extLst>
          </p:nvPr>
        </p:nvGraphicFramePr>
        <p:xfrm>
          <a:off x="8260080" y="2589106"/>
          <a:ext cx="3088640" cy="1559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355303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DATA E HORA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8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CURRENT_DATE</a:t>
                      </a:r>
                    </a:p>
                    <a:p>
                      <a:r>
                        <a:rPr lang="pt-BR" dirty="0"/>
                        <a:t>CURRENT_TIMESTAMP</a:t>
                      </a:r>
                    </a:p>
                    <a:p>
                      <a:r>
                        <a:rPr lang="pt-BR" dirty="0"/>
                        <a:t>DATEDIFF()</a:t>
                      </a:r>
                    </a:p>
                    <a:p>
                      <a:r>
                        <a:rPr lang="pt-BR" dirty="0"/>
                        <a:t>DATEADD()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364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491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A9328F-35AE-49F3-B11A-264C749CE37A}"/>
</file>

<file path=customXml/itemProps2.xml><?xml version="1.0" encoding="utf-8"?>
<ds:datastoreItem xmlns:ds="http://schemas.openxmlformats.org/officeDocument/2006/customXml" ds:itemID="{63494D69-7ACD-43BE-B8AC-ACCAA582D99C}"/>
</file>

<file path=customXml/itemProps3.xml><?xml version="1.0" encoding="utf-8"?>
<ds:datastoreItem xmlns:ds="http://schemas.openxmlformats.org/officeDocument/2006/customXml" ds:itemID="{3472A627-D372-4848-8E2F-2E8E5773B5A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CELSO LUIS CALDEIRA</dc:creator>
  <cp:lastModifiedBy>CELSO LUIS CALDEIRA</cp:lastModifiedBy>
  <cp:revision>1</cp:revision>
  <dcterms:created xsi:type="dcterms:W3CDTF">2025-06-25T20:27:25Z</dcterms:created>
  <dcterms:modified xsi:type="dcterms:W3CDTF">2025-06-25T20:27:52Z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