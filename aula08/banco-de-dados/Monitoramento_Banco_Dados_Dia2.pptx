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2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Curso: Monitoramento de 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Aula 02 – Recursos que Impactam no Desempenho do 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de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</a:t>
            </a:r>
          </a:p>
          <a:p>
            <a:r>
              <a:t>• Memória RAM</a:t>
            </a:r>
          </a:p>
          <a:p>
            <a:r>
              <a:t>• Disco Rígido / SSD</a:t>
            </a:r>
          </a:p>
          <a:p>
            <a:r>
              <a:t>• Rede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Sistema Operacional</a:t>
            </a:r>
          </a:p>
          <a:p>
            <a:r>
              <a:t>• Configuração do SGBD</a:t>
            </a:r>
          </a:p>
          <a:p>
            <a:r>
              <a:t>• Scripts SQL</a:t>
            </a:r>
          </a:p>
          <a:p>
            <a:r>
              <a:t>• Conexões simultâneas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da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Consultas complexas</a:t>
            </a:r>
          </a:p>
          <a:p>
            <a:r>
              <a:t>• Uso intenso simultâneo</a:t>
            </a:r>
          </a:p>
          <a:p>
            <a:r>
              <a:t>• Problema: CPU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da Memória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Cache e buffers</a:t>
            </a:r>
          </a:p>
          <a:p>
            <a:r>
              <a:t>• Dados temporários</a:t>
            </a:r>
          </a:p>
          <a:p>
            <a:r>
              <a:t>• Problema: swap e lentidão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do Disco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Leitura/escrita de dados</a:t>
            </a:r>
          </a:p>
          <a:p>
            <a:r>
              <a:t>• SSDs melhoram performance</a:t>
            </a:r>
          </a:p>
          <a:p>
            <a:r>
              <a:t>• Problema: disco 100% usado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da Rede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Conexão lenta afeta resposta</a:t>
            </a:r>
          </a:p>
          <a:p>
            <a:r>
              <a:t>• Crítico em sistemas web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Prática (Análise de Cenário)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Analisar ambiente fictício (MySQL, 2 núcleos, 4GB RAM, HDD)</a:t>
            </a:r>
          </a:p>
          <a:p>
            <a:r>
              <a:t>• Identificar gargalos</a:t>
            </a:r>
          </a:p>
          <a:p>
            <a:r>
              <a:t>• Propor solução inicial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do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Hardware e software impactam a performance</a:t>
            </a:r>
          </a:p>
          <a:p>
            <a:r>
              <a:t>• Monitorar exige entender o ambiente</a:t>
            </a:r>
          </a:p>
          <a:p>
            <a:r>
              <a:t>• Próxima aula: Ferramentas de monitoramento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1689FE-ED1F-48CE-AA71-2806CD1129BA}"/>
</file>

<file path=customXml/itemProps2.xml><?xml version="1.0" encoding="utf-8"?>
<ds:datastoreItem xmlns:ds="http://schemas.openxmlformats.org/officeDocument/2006/customXml" ds:itemID="{47F7AAC3-B3C7-4BC8-8946-B7FFF1E75156}"/>
</file>

<file path=customXml/itemProps3.xml><?xml version="1.0" encoding="utf-8"?>
<ds:datastoreItem xmlns:ds="http://schemas.openxmlformats.org/officeDocument/2006/customXml" ds:itemID="{C4FD563D-ABE1-4AA7-A0A4-6D476452322B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168</Words>
  <Application>Microsoft Office PowerPoint</Application>
  <PresentationFormat>Apresentação na tela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Curso: Monitoramento de Banco de Dados</vt:lpstr>
      <vt:lpstr>Recursos de Hardware</vt:lpstr>
      <vt:lpstr>Recursos de Software</vt:lpstr>
      <vt:lpstr>Impactos da CPU</vt:lpstr>
      <vt:lpstr>Impactos da Memória RAM</vt:lpstr>
      <vt:lpstr>Impactos do Disco</vt:lpstr>
      <vt:lpstr>Impactos da Rede</vt:lpstr>
      <vt:lpstr>Atividade Prática (Análise de Cenário)</vt:lpstr>
      <vt:lpstr>Conclusão do Dia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CELSO LUIS CALDEIRA</cp:lastModifiedBy>
  <cp:revision>3</cp:revision>
  <dcterms:created xsi:type="dcterms:W3CDTF">2013-01-27T09:14:16Z</dcterms:created>
  <dcterms:modified xsi:type="dcterms:W3CDTF">2025-06-11T16:17:13Z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