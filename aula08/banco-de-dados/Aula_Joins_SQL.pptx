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936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17935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48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7696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61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43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14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37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38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55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75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26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pt-BR" sz="2400">
                <a:solidFill>
                  <a:srgbClr val="FFFFFF"/>
                </a:solidFill>
              </a:rPr>
              <a:t>Relacionamentos entre Tabelas com </a:t>
            </a:r>
            <a:r>
              <a:rPr lang="pt-BR" sz="2400" dirty="0" err="1">
                <a:solidFill>
                  <a:srgbClr val="FFFFFF"/>
                </a:solidFill>
              </a:rPr>
              <a:t>JOINs</a:t>
            </a:r>
            <a:r>
              <a:rPr lang="pt-BR" sz="2400" dirty="0">
                <a:solidFill>
                  <a:srgbClr val="FFFFFF"/>
                </a:solidFill>
              </a:rPr>
              <a:t> no SQL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r>
              <a:t>Aula prática sobre INNER JOIN, LEFT JOIN, RIGHT JOIN e FULL JOIN</a:t>
            </a:r>
          </a:p>
          <a:p>
            <a:r>
              <a:t>Professor: (Nome do Professor)</a:t>
            </a:r>
          </a:p>
          <a:p>
            <a:r>
              <a:t>Disciplina: Administração de Banco de Dados</a:t>
            </a:r>
          </a:p>
          <a:p>
            <a:r>
              <a:t>Data: (Inserir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Compreender os relacionamentos entre tabelas</a:t>
            </a:r>
          </a:p>
          <a:p>
            <a:r>
              <a:t>- Conhecer os tipos de JOIN existentes</a:t>
            </a:r>
          </a:p>
          <a:p>
            <a:r>
              <a:t>- Aplicar consultas SQL com JOINs</a:t>
            </a:r>
          </a:p>
          <a:p>
            <a:r>
              <a:t>- Identificar registros faltantes ou inconsistentes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um JOIN?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JOIN permite combinar dados de duas ou mais tabelas com base em colunas relacionadas</a:t>
            </a:r>
          </a:p>
          <a:p>
            <a:r>
              <a:t>- Utiliza-se principalmente para análise e cruzamento de dados</a:t>
            </a:r>
          </a:p>
          <a:p>
            <a:r>
              <a:t>- A condição de junção geralmente é feita por campos chave (ex: id_titular)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INNER JOIN – Apenas registros com correspondência nas duas tabelas</a:t>
            </a:r>
          </a:p>
          <a:p>
            <a:r>
              <a:t>- LEFT JOIN – Todos os registros da tabela da esquerda + correspondentes da direita</a:t>
            </a:r>
          </a:p>
          <a:p>
            <a:r>
              <a:t>- RIGHT JOIN – Todos os registros da tabela da direita + correspondentes da esquerda</a:t>
            </a:r>
          </a:p>
          <a:p>
            <a:r>
              <a:t>- FULL JOIN – Todos os registros, com ou sem correspondência (simulado no MySQL)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de Tabelas de Exemplo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titulares: id_titular, nome</a:t>
            </a:r>
          </a:p>
          <a:p>
            <a:r>
              <a:t>- dependentes: id_dependente, nome, id_titular</a:t>
            </a:r>
          </a:p>
          <a:p>
            <a:r>
              <a:t>- parentesco: id_dependente, grau</a:t>
            </a:r>
          </a:p>
          <a:p>
            <a:r>
              <a:t>- Observações:</a:t>
            </a:r>
          </a:p>
          <a:p>
            <a:r>
              <a:t>  - Dados intencionalmente inconsistentes</a:t>
            </a:r>
          </a:p>
          <a:p>
            <a:r>
              <a:t>  - Sem chaves estrangeiras declaradas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Retorna apenas registros com correspondência nas duas tabelas</a:t>
            </a:r>
          </a:p>
          <a:p>
            <a:endParaRPr/>
          </a:p>
          <a:p>
            <a:r>
              <a:t>SELECT d.nome AS dependente, t.nome AS titular</a:t>
            </a:r>
          </a:p>
          <a:p>
            <a:r>
              <a:t>FROM dependentes d</a:t>
            </a:r>
          </a:p>
          <a:p>
            <a:r>
              <a:t>INNER JOIN titulares t ON d.id_titular = t.id_titular;</a:t>
            </a:r>
          </a:p>
          <a:p>
            <a:endParaRPr/>
          </a:p>
          <a:p>
            <a:r>
              <a:t>- Exibe apenas dependentes com titulares válidos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Retorna todos os dependentes, com ou sem titular</a:t>
            </a:r>
          </a:p>
          <a:p>
            <a:endParaRPr/>
          </a:p>
          <a:p>
            <a:r>
              <a:t>SELECT d.nome AS dependente, t.nome AS titular</a:t>
            </a:r>
          </a:p>
          <a:p>
            <a:r>
              <a:t>FROM dependentes d</a:t>
            </a:r>
          </a:p>
          <a:p>
            <a:r>
              <a:t>LEFT JOIN titulares t ON d.id_titular = t.id_titular;</a:t>
            </a:r>
          </a:p>
          <a:p>
            <a:endParaRPr/>
          </a:p>
          <a:p>
            <a:r>
              <a:t>- Dependentes sem titular aparecem com NULL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Retorna todos os titulares, com ou sem dependente</a:t>
            </a:r>
          </a:p>
          <a:p>
            <a:endParaRPr/>
          </a:p>
          <a:p>
            <a:r>
              <a:t>SELECT d.nome AS dependente, t.nome AS titular</a:t>
            </a:r>
          </a:p>
          <a:p>
            <a:r>
              <a:t>FROM dependentes d</a:t>
            </a:r>
          </a:p>
          <a:p>
            <a:r>
              <a:t>RIGHT JOIN titulares t ON d.id_titular = t.id_titular;</a:t>
            </a:r>
          </a:p>
          <a:p>
            <a:endParaRPr/>
          </a:p>
          <a:p>
            <a:r>
              <a:t>- Titulares sem dependentes aparecem com NULL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JOIN (Simulado)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- Retorna todos os registros das duas tabelas, com ou sem correspondência</a:t>
            </a:r>
          </a:p>
          <a:p>
            <a:endParaRPr/>
          </a:p>
          <a:p>
            <a:r>
              <a:t>MySQL não possui suporte nativo; utiliza-se UNION</a:t>
            </a:r>
          </a:p>
          <a:p>
            <a:endParaRPr/>
          </a:p>
          <a:p>
            <a:r>
              <a:t>SELECT d.nome AS dependente, t.nome AS titular</a:t>
            </a:r>
          </a:p>
          <a:p>
            <a:r>
              <a:t>FROM dependentes d</a:t>
            </a:r>
          </a:p>
          <a:p>
            <a:r>
              <a:t>LEFT JOIN titulares t ON d.id_titular = t.id_titular</a:t>
            </a:r>
          </a:p>
          <a:p>
            <a:r>
              <a:t>UNION</a:t>
            </a:r>
          </a:p>
          <a:p>
            <a:r>
              <a:t>SELECT d.nome AS dependente, t.nome AS titular</a:t>
            </a:r>
          </a:p>
          <a:p>
            <a:r>
              <a:t>FROM dependentes d</a:t>
            </a:r>
          </a:p>
          <a:p>
            <a:r>
              <a:t>RIGHT JOIN titulares t ON d.id_titular = t.id_titular;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 1 – INNER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Objetivo: Listar apenas dependentes com titular existente</a:t>
            </a:r>
          </a:p>
          <a:p>
            <a:r>
              <a:t>- Sugestão: Use INNER JOIN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 2 – LEFT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Objetivo: Listar todos os dependentes, mesmo sem titular</a:t>
            </a:r>
          </a:p>
          <a:p>
            <a:r>
              <a:t>- Sugestão: Use LEFT JOIN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 3 – RIGHT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Objetivo: Listar todos os titulares, mesmo sem dependente</a:t>
            </a:r>
          </a:p>
          <a:p>
            <a:r>
              <a:t>- Sugestão: Use RIGHT JOIN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 4 – FULL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Objetivo: Unir todos os registros com ou sem relacionamento</a:t>
            </a:r>
          </a:p>
          <a:p>
            <a:r>
              <a:t>- Sugestão: Simular FULL JOIN usando LEFT JOIN + RIGHT JOIN + UNION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Exemplos Reais de Uso de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Clientes e pedidos</a:t>
            </a:r>
          </a:p>
          <a:p>
            <a:r>
              <a:t>- Produtos e categorias</a:t>
            </a:r>
          </a:p>
          <a:p>
            <a:r>
              <a:t>- Funcionários e dependentes</a:t>
            </a:r>
          </a:p>
          <a:p>
            <a:r>
              <a:t>- Alunos e matrículas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Possíveis Problemas com 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Campos nulos ou ausentes</a:t>
            </a:r>
          </a:p>
          <a:p>
            <a:r>
              <a:t>- Tipos de dados diferentes</a:t>
            </a:r>
          </a:p>
          <a:p>
            <a:r>
              <a:t>- JOINs mal definidos causando repetições</a:t>
            </a:r>
          </a:p>
          <a:p>
            <a:r>
              <a:t>- Performance baixa em joins com muitas tabelas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Boas Práticas com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Verificar os dados antes de aplicar INNER JOIN</a:t>
            </a:r>
          </a:p>
          <a:p>
            <a:r>
              <a:t>- Usar LEFT JOIN para descobrir registros órfãos</a:t>
            </a:r>
          </a:p>
          <a:p>
            <a:r>
              <a:t>- Formatar NULLs com COALESCE()</a:t>
            </a:r>
          </a:p>
          <a:p>
            <a:r>
              <a:t>- Utilizar apelidos (AS) para clareza no código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JOINs são essenciais para análise relacional</a:t>
            </a:r>
          </a:p>
          <a:p>
            <a:r>
              <a:t>- Dominar os tipos de JOIN aumenta a produtividade</a:t>
            </a:r>
          </a:p>
          <a:p>
            <a:r>
              <a:t>- Teste com dados inconsistentes para melhor aprendizado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Tópico: Subqueries e Views no MySQL</a:t>
            </a:r>
          </a:p>
          <a:p>
            <a:r>
              <a:t>- Tarefa: Trazer exercícios resolvidos e dúvidas sobre JOINs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611573A3B02F4AA65BD9250F7B61D3" ma:contentTypeVersion="3" ma:contentTypeDescription="Crie um novo documento." ma:contentTypeScope="" ma:versionID="f1d6d34c180a68ae72819c40e993c268">
  <xsd:schema xmlns:xsd="http://www.w3.org/2001/XMLSchema" xmlns:xs="http://www.w3.org/2001/XMLSchema" xmlns:p="http://schemas.microsoft.com/office/2006/metadata/properties" xmlns:ns2="f74c2887-6b51-4c2d-b9b9-9685c51b7bec" targetNamespace="http://schemas.microsoft.com/office/2006/metadata/properties" ma:root="true" ma:fieldsID="1f249f7814d688ce95473c3a35a45139" ns2:_="">
    <xsd:import namespace="f74c2887-6b51-4c2d-b9b9-9685c51b7b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4c2887-6b51-4c2d-b9b9-9685c51b7b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F275C19-B8A3-42F2-83A4-8E848E9A1E23}"/>
</file>

<file path=customXml/itemProps2.xml><?xml version="1.0" encoding="utf-8"?>
<ds:datastoreItem xmlns:ds="http://schemas.openxmlformats.org/officeDocument/2006/customXml" ds:itemID="{C0C41136-E826-4AB9-884B-E9872FB7C30B}"/>
</file>

<file path=customXml/itemProps3.xml><?xml version="1.0" encoding="utf-8"?>
<ds:datastoreItem xmlns:ds="http://schemas.openxmlformats.org/officeDocument/2006/customXml" ds:itemID="{ED5CE200-C428-4285-9A9E-639E084ABD72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</TotalTime>
  <Words>695</Words>
  <Application>Microsoft Office PowerPoint</Application>
  <PresentationFormat>Apresentação na tela (4:3)</PresentationFormat>
  <Paragraphs>96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1" baseType="lpstr">
      <vt:lpstr>Calibri</vt:lpstr>
      <vt:lpstr>Calibri Light</vt:lpstr>
      <vt:lpstr>Retrospectiva</vt:lpstr>
      <vt:lpstr>Relacionamentos entre Tabelas com JOINs no SQL</vt:lpstr>
      <vt:lpstr>Objetivos da Aula</vt:lpstr>
      <vt:lpstr>O que é um JOIN?</vt:lpstr>
      <vt:lpstr>Tipos de JOIN</vt:lpstr>
      <vt:lpstr>Estrutura de Tabelas de Exemplo</vt:lpstr>
      <vt:lpstr>INNER JOIN</vt:lpstr>
      <vt:lpstr>LEFT JOIN</vt:lpstr>
      <vt:lpstr>RIGHT JOIN</vt:lpstr>
      <vt:lpstr>FULL JOIN (Simulado)</vt:lpstr>
      <vt:lpstr>Exercício 1 – INNER JOIN</vt:lpstr>
      <vt:lpstr>Exercício 2 – LEFT JOIN</vt:lpstr>
      <vt:lpstr>Exercício 3 – RIGHT JOIN</vt:lpstr>
      <vt:lpstr>Exercício 4 – FULL JOIN</vt:lpstr>
      <vt:lpstr>Exemplos Reais de Uso de JOIN</vt:lpstr>
      <vt:lpstr>Possíveis Problemas com JOINs</vt:lpstr>
      <vt:lpstr>Boas Práticas com JOIN</vt:lpstr>
      <vt:lpstr>Conclusão da Aula</vt:lpstr>
      <vt:lpstr>Próxima Aula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celso luis caldeira</dc:creator>
  <cp:keywords/>
  <dc:description>generated using python-pptx</dc:description>
  <cp:lastModifiedBy>celso luis caldeira</cp:lastModifiedBy>
  <cp:revision>2</cp:revision>
  <dcterms:created xsi:type="dcterms:W3CDTF">2013-01-27T09:14:16Z</dcterms:created>
  <dcterms:modified xsi:type="dcterms:W3CDTF">2025-07-11T11:40:39Z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0x0101001C611573A3B02F4AA65BD9250F7B61D3</vt:lpwstr>
  </property>
</Properties>
</file>