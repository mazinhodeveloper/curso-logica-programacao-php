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4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7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0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5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8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4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4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0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6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90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myadmin/url.php?url=https://dev.mysql.com/doc/refman/8.0/en/delet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myadmin/url.php?url=https://dev.mysql.com/doc/refman/8.0/en/selec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D1830C-730E-933E-5DF6-9F00BC5C9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6239599" cy="13075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Agenda do dia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2F813F60-F2F9-1A88-B626-DEADBC470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" y="1704975"/>
            <a:ext cx="7248525" cy="445808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/>
              <a:t>Banco de dados: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 err="1"/>
              <a:t>Criar</a:t>
            </a:r>
            <a:r>
              <a:rPr lang="en-US" sz="2800" dirty="0"/>
              <a:t> e </a:t>
            </a:r>
            <a:r>
              <a:rPr lang="en-US" sz="2800" dirty="0" err="1"/>
              <a:t>excluir</a:t>
            </a:r>
            <a:r>
              <a:rPr lang="en-US" sz="2800" dirty="0"/>
              <a:t> banco de dados e </a:t>
            </a:r>
            <a:r>
              <a:rPr lang="en-US" sz="2800" dirty="0" err="1"/>
              <a:t>tabelas</a:t>
            </a:r>
            <a:endParaRPr lang="en-US" sz="2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/>
              <a:t>Fazer </a:t>
            </a:r>
            <a:r>
              <a:rPr lang="en-US" sz="2800" dirty="0" err="1"/>
              <a:t>relacionamento</a:t>
            </a:r>
            <a:r>
              <a:rPr lang="en-US" sz="2800" dirty="0"/>
              <a:t> entre </a:t>
            </a:r>
            <a:r>
              <a:rPr lang="en-US" sz="2800" dirty="0" err="1"/>
              <a:t>tabelas</a:t>
            </a:r>
            <a:endParaRPr lang="en-US" sz="2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 err="1"/>
              <a:t>Incluir</a:t>
            </a:r>
            <a:r>
              <a:rPr lang="en-US" sz="2800" dirty="0"/>
              <a:t>, </a:t>
            </a:r>
            <a:r>
              <a:rPr lang="en-US" sz="2800" dirty="0" err="1"/>
              <a:t>alterar</a:t>
            </a:r>
            <a:r>
              <a:rPr lang="en-US" sz="2800" dirty="0"/>
              <a:t>, </a:t>
            </a:r>
            <a:r>
              <a:rPr lang="en-US" sz="2800" dirty="0" err="1"/>
              <a:t>excluir</a:t>
            </a:r>
            <a:r>
              <a:rPr lang="en-US" sz="2800" dirty="0"/>
              <a:t> e </a:t>
            </a:r>
            <a:r>
              <a:rPr lang="en-US" sz="2800" dirty="0" err="1"/>
              <a:t>consultar</a:t>
            </a:r>
            <a:endParaRPr lang="en-US" sz="2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 err="1"/>
              <a:t>Contar</a:t>
            </a:r>
            <a:r>
              <a:rPr lang="en-US" sz="2800" dirty="0"/>
              <a:t>, </a:t>
            </a:r>
            <a:r>
              <a:rPr lang="en-US" sz="2800" dirty="0" err="1"/>
              <a:t>somar</a:t>
            </a:r>
            <a:r>
              <a:rPr lang="en-US" sz="2800" dirty="0"/>
              <a:t>, </a:t>
            </a:r>
            <a:r>
              <a:rPr lang="en-US" sz="2800" dirty="0" err="1"/>
              <a:t>calcular</a:t>
            </a:r>
            <a:r>
              <a:rPr lang="en-US" sz="2800" dirty="0"/>
              <a:t>, </a:t>
            </a:r>
            <a:r>
              <a:rPr lang="en-US" sz="2800" dirty="0" err="1"/>
              <a:t>agrupar</a:t>
            </a:r>
            <a:r>
              <a:rPr lang="en-US" sz="2800" dirty="0"/>
              <a:t> e </a:t>
            </a:r>
            <a:r>
              <a:rPr lang="en-US" sz="2800" dirty="0" err="1"/>
              <a:t>relacionar</a:t>
            </a:r>
            <a:endParaRPr lang="en-US" sz="2800" dirty="0"/>
          </a:p>
        </p:txBody>
      </p:sp>
      <p:pic>
        <p:nvPicPr>
          <p:cNvPr id="4" name="Picture 3" descr="Página de calendário com uma caneta em cima">
            <a:extLst>
              <a:ext uri="{FF2B5EF4-FFF2-40B4-BE49-F238E27FC236}">
                <a16:creationId xmlns:a16="http://schemas.microsoft.com/office/drawing/2014/main" id="{215DA6C5-C42D-66E1-231D-9CB5FCC39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64" r="21080" b="-1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0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35DF2-C80E-D1CF-D74D-B06440F0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um </a:t>
            </a:r>
            <a:r>
              <a:rPr lang="pt-BR" dirty="0" err="1"/>
              <a:t>Crud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437250-B28E-56AF-51AA-056F68EBC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Incluir registro</a:t>
            </a:r>
          </a:p>
          <a:p>
            <a:pPr marL="0" indent="0">
              <a:buNone/>
            </a:pPr>
            <a:r>
              <a:rPr lang="pt-BR" dirty="0" err="1"/>
              <a:t>Insert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&lt;tabela&gt; (campo1, campo2, campo3, ....) </a:t>
            </a:r>
            <a:r>
              <a:rPr lang="pt-BR" dirty="0" err="1"/>
              <a:t>values</a:t>
            </a:r>
            <a:r>
              <a:rPr lang="pt-BR" dirty="0"/>
              <a:t> (‘valor1’,’valor2’,’valor3’,’...’)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Criando relacionamento</a:t>
            </a:r>
          </a:p>
          <a:p>
            <a:pPr marL="0" indent="0">
              <a:buNone/>
            </a:pPr>
            <a:r>
              <a:rPr lang="pt-BR" dirty="0" err="1"/>
              <a:t>alter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 produtos</a:t>
            </a:r>
          </a:p>
          <a:p>
            <a:pPr marL="0" indent="0">
              <a:buNone/>
            </a:pPr>
            <a:r>
              <a:rPr lang="pt-BR" dirty="0"/>
              <a:t>ADD CONSTRAINT </a:t>
            </a:r>
            <a:r>
              <a:rPr lang="pt-BR" dirty="0" err="1"/>
              <a:t>fk_produtos_categorias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FOREIGN KEY (</a:t>
            </a:r>
            <a:r>
              <a:rPr lang="pt-BR" dirty="0" err="1"/>
              <a:t>id_categoria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REFERENCES categorias(</a:t>
            </a:r>
            <a:r>
              <a:rPr lang="pt-BR" dirty="0" err="1"/>
              <a:t>id_categoria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779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39774-4BDC-ECDB-E455-0C249190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Incluindo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A5DB7-0253-C7A6-AEAA-45E6C8D8B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INSERT INTO produtos (</a:t>
            </a:r>
            <a:r>
              <a:rPr lang="pt-BR" dirty="0" err="1"/>
              <a:t>id_produto</a:t>
            </a:r>
            <a:r>
              <a:rPr lang="pt-BR" dirty="0"/>
              <a:t>, </a:t>
            </a:r>
            <a:r>
              <a:rPr lang="pt-BR" dirty="0" err="1"/>
              <a:t>descricao_produto</a:t>
            </a:r>
            <a:r>
              <a:rPr lang="pt-BR" dirty="0"/>
              <a:t>, </a:t>
            </a:r>
            <a:r>
              <a:rPr lang="pt-BR" dirty="0" err="1"/>
              <a:t>id_categoria</a:t>
            </a:r>
            <a:r>
              <a:rPr lang="pt-BR" dirty="0"/>
              <a:t>, `</a:t>
            </a:r>
            <a:r>
              <a:rPr lang="pt-BR" dirty="0" err="1"/>
              <a:t>preco</a:t>
            </a:r>
            <a:r>
              <a:rPr lang="pt-BR" dirty="0"/>
              <a:t>`, `</a:t>
            </a:r>
            <a:r>
              <a:rPr lang="pt-BR" dirty="0" err="1"/>
              <a:t>observacao</a:t>
            </a:r>
            <a:r>
              <a:rPr lang="pt-BR" dirty="0"/>
              <a:t>`) VALUES (NULL, '</a:t>
            </a:r>
            <a:r>
              <a:rPr lang="pt-BR" dirty="0" err="1"/>
              <a:t>Guarana</a:t>
            </a:r>
            <a:r>
              <a:rPr lang="pt-BR" dirty="0"/>
              <a:t>', '1', '4', 'Refrigerante sabor </a:t>
            </a:r>
            <a:r>
              <a:rPr lang="pt-BR" dirty="0" err="1"/>
              <a:t>guarana</a:t>
            </a:r>
            <a:r>
              <a:rPr lang="pt-BR" dirty="0"/>
              <a:t>’)</a:t>
            </a:r>
          </a:p>
          <a:p>
            <a:endParaRPr lang="pt-BR" dirty="0"/>
          </a:p>
          <a:p>
            <a:r>
              <a:rPr lang="pt-BR" dirty="0"/>
              <a:t>INSERT INTO `produtos` (`</a:t>
            </a:r>
            <a:r>
              <a:rPr lang="pt-BR" dirty="0" err="1"/>
              <a:t>id_produto</a:t>
            </a:r>
            <a:r>
              <a:rPr lang="pt-BR" dirty="0"/>
              <a:t>`, `</a:t>
            </a:r>
            <a:r>
              <a:rPr lang="pt-BR" dirty="0" err="1"/>
              <a:t>descricao_produto</a:t>
            </a:r>
            <a:r>
              <a:rPr lang="pt-BR" dirty="0"/>
              <a:t>`, `</a:t>
            </a:r>
            <a:r>
              <a:rPr lang="pt-BR" dirty="0" err="1"/>
              <a:t>id_categoria</a:t>
            </a:r>
            <a:r>
              <a:rPr lang="pt-BR" dirty="0"/>
              <a:t>`, `</a:t>
            </a:r>
            <a:r>
              <a:rPr lang="pt-BR" dirty="0" err="1"/>
              <a:t>preco</a:t>
            </a:r>
            <a:r>
              <a:rPr lang="pt-BR" dirty="0"/>
              <a:t>`, `</a:t>
            </a:r>
            <a:r>
              <a:rPr lang="pt-BR" dirty="0" err="1"/>
              <a:t>observacao</a:t>
            </a:r>
            <a:r>
              <a:rPr lang="pt-BR" dirty="0"/>
              <a:t>`) VALUES (NULL, 'Bananas', '2', '4', ‘’);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4607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43CB-BB05-20A9-D1EA-B44E3294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81E25A-E5F7-C073-7F2C-E2F6BD71F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</a:t>
            </a:r>
            <a:r>
              <a:rPr lang="en-US" dirty="0" err="1"/>
              <a:t>produtos</a:t>
            </a:r>
            <a:r>
              <a:rPr lang="en-US" dirty="0"/>
              <a:t> pr inner join </a:t>
            </a:r>
            <a:r>
              <a:rPr lang="en-US" dirty="0" err="1"/>
              <a:t>categorias</a:t>
            </a:r>
            <a:r>
              <a:rPr lang="en-US" dirty="0"/>
              <a:t> </a:t>
            </a:r>
            <a:r>
              <a:rPr lang="en-US" dirty="0" err="1"/>
              <a:t>ct</a:t>
            </a:r>
            <a:r>
              <a:rPr lang="en-US" dirty="0"/>
              <a:t> on </a:t>
            </a:r>
            <a:r>
              <a:rPr lang="en-US" dirty="0" err="1"/>
              <a:t>pr.id_categoria</a:t>
            </a:r>
            <a:r>
              <a:rPr lang="en-US" dirty="0"/>
              <a:t>=</a:t>
            </a:r>
            <a:r>
              <a:rPr lang="en-US" dirty="0" err="1"/>
              <a:t>ct.id_categoria</a:t>
            </a:r>
            <a:r>
              <a:rPr lang="en-US" dirty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216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D8770-25F2-BF82-0B23-8EA74B95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Editando / alterando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65A41E-F25B-D0BD-1321-9888406B0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</a:t>
            </a:r>
            <a:r>
              <a:rPr lang="en-US" dirty="0" err="1"/>
              <a:t>produtos</a:t>
            </a:r>
            <a:r>
              <a:rPr lang="en-US" dirty="0"/>
              <a:t> set </a:t>
            </a:r>
            <a:r>
              <a:rPr lang="en-US" dirty="0" err="1"/>
              <a:t>preco</a:t>
            </a:r>
            <a:r>
              <a:rPr lang="en-US" dirty="0"/>
              <a:t>=6.5 WHERE </a:t>
            </a:r>
            <a:r>
              <a:rPr lang="en-US" dirty="0" err="1"/>
              <a:t>id_produto</a:t>
            </a:r>
            <a:r>
              <a:rPr lang="en-US" dirty="0"/>
              <a:t>=2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111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821D5-21F9-59F3-7061-C6D0FA17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Excluindo um registro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955679-EA37-9130-EAAB-F81CCC9B4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sng" dirty="0">
                <a:hlinkClick r:id="rId2"/>
              </a:rPr>
              <a:t>delete</a:t>
            </a:r>
            <a:r>
              <a:rPr lang="pt-BR" dirty="0"/>
              <a:t> </a:t>
            </a:r>
            <a:r>
              <a:rPr lang="pt-BR" dirty="0" err="1"/>
              <a:t>from</a:t>
            </a:r>
            <a:r>
              <a:rPr lang="pt-BR" dirty="0"/>
              <a:t> produtos </a:t>
            </a:r>
            <a:r>
              <a:rPr lang="pt-BR" dirty="0" err="1"/>
              <a:t>where</a:t>
            </a:r>
            <a:r>
              <a:rPr lang="pt-BR" dirty="0"/>
              <a:t> </a:t>
            </a:r>
            <a:r>
              <a:rPr lang="pt-BR" dirty="0" err="1"/>
              <a:t>id_produto</a:t>
            </a:r>
            <a:r>
              <a:rPr lang="pt-BR" dirty="0"/>
              <a:t>=6;</a:t>
            </a:r>
          </a:p>
        </p:txBody>
      </p:sp>
    </p:spTree>
    <p:extLst>
      <p:ext uri="{BB962C8B-B14F-4D97-AF65-F5344CB8AC3E}">
        <p14:creationId xmlns:p14="http://schemas.microsoft.com/office/powerpoint/2010/main" val="383932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57B2B-9EA3-C32E-982D-7D00F5FB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Simulando um 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C387A-ED7E-B75F-2A4D-219E38B2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SELECT</a:t>
            </a:r>
            <a:r>
              <a:rPr lang="pt-BR" dirty="0"/>
              <a:t> *,</a:t>
            </a:r>
            <a:r>
              <a:rPr lang="pt-BR" dirty="0" err="1"/>
              <a:t>preco</a:t>
            </a:r>
            <a:r>
              <a:rPr lang="pt-BR" dirty="0"/>
              <a:t> * 1.1 as </a:t>
            </a:r>
            <a:r>
              <a:rPr lang="pt-BR" dirty="0" err="1"/>
              <a:t>novo_preco</a:t>
            </a:r>
            <a:r>
              <a:rPr lang="pt-BR" dirty="0"/>
              <a:t> FROM `produtos`;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06160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762429-6481-4129-AE19-D2562A1FA737}"/>
</file>

<file path=customXml/itemProps2.xml><?xml version="1.0" encoding="utf-8"?>
<ds:datastoreItem xmlns:ds="http://schemas.openxmlformats.org/officeDocument/2006/customXml" ds:itemID="{6AB28EA0-2D86-4766-B158-20E06D7CD3ED}"/>
</file>

<file path=customXml/itemProps3.xml><?xml version="1.0" encoding="utf-8"?>
<ds:datastoreItem xmlns:ds="http://schemas.openxmlformats.org/officeDocument/2006/customXml" ds:itemID="{E371AB95-D681-45D7-8B5A-0301FDCF10EA}"/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229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Agenda do dia</vt:lpstr>
      <vt:lpstr>Fazer um Crud</vt:lpstr>
      <vt:lpstr>Incluindo</vt:lpstr>
      <vt:lpstr>Relacionando</vt:lpstr>
      <vt:lpstr>Editando / alterando</vt:lpstr>
      <vt:lpstr>Excluindo um registro</vt:lpstr>
      <vt:lpstr>Simulando um reajuste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CELSO LUIS CALDEIRA</dc:creator>
  <cp:lastModifiedBy>CELSO LUIS CALDEIRA</cp:lastModifiedBy>
  <cp:revision>1</cp:revision>
  <dcterms:created xsi:type="dcterms:W3CDTF">2025-11-26T11:24:19Z</dcterms:created>
  <dcterms:modified xsi:type="dcterms:W3CDTF">2025-11-26T12:20:06Z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